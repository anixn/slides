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1" r:id="rId1"/>
  </p:sldMasterIdLst>
  <p:notesMasterIdLst>
    <p:notesMasterId r:id="rId14"/>
  </p:notesMasterIdLst>
  <p:handoutMasterIdLst>
    <p:handoutMasterId r:id="rId15"/>
  </p:handoutMasterIdLst>
  <p:sldIdLst>
    <p:sldId id="256" r:id="rId2"/>
    <p:sldId id="259" r:id="rId3"/>
    <p:sldId id="278" r:id="rId4"/>
    <p:sldId id="279" r:id="rId5"/>
    <p:sldId id="280" r:id="rId6"/>
    <p:sldId id="267" r:id="rId7"/>
    <p:sldId id="275" r:id="rId8"/>
    <p:sldId id="276" r:id="rId9"/>
    <p:sldId id="281" r:id="rId10"/>
    <p:sldId id="265" r:id="rId11"/>
    <p:sldId id="266" r:id="rId12"/>
    <p:sldId id="271" r:id="rId13"/>
  </p:sldIdLst>
  <p:sldSz cx="12192000" cy="6858000"/>
  <p:notesSz cx="6858000" cy="9144000"/>
  <p:embeddedFontLst>
    <p:embeddedFont>
      <p:font typeface="Cambria Math" panose="02040503050406030204" pitchFamily="18" charset="0"/>
      <p:regular r:id="rId16"/>
    </p:embeddedFont>
    <p:embeddedFont>
      <p:font typeface="GeistMono NF" panose="02000009000000000000" pitchFamily="49" charset="0"/>
      <p:regular r:id="rId17"/>
      <p:bold r:id="rId18"/>
    </p:embeddedFont>
    <p:embeddedFont>
      <p:font typeface="Roboto" panose="02000000000000000000" pitchFamily="2" charset="0"/>
      <p:regular r:id="rId19"/>
      <p:bold r:id="rId20"/>
      <p:italic r:id="rId21"/>
      <p:boldItalic r:id="rId22"/>
    </p:embeddedFont>
    <p:embeddedFont>
      <p:font typeface="Sagona" panose="02010004040101010103" pitchFamily="2" charset="0"/>
      <p:regular r:id="rId23"/>
      <p:italic r:id="rId24"/>
    </p:embeddedFont>
    <p:embeddedFont>
      <p:font typeface="Sagona Book" panose="02020503050505020204" pitchFamily="18"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D5C4D"/>
    <a:srgbClr val="FFF4ED"/>
    <a:srgbClr val="D6C094"/>
    <a:srgbClr val="1F211E"/>
    <a:srgbClr val="041D4A"/>
    <a:srgbClr val="D1D8B7"/>
    <a:srgbClr val="F5F8FD"/>
    <a:srgbClr val="A09D79"/>
    <a:srgbClr val="543E35"/>
    <a:srgbClr val="637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01" autoAdjust="0"/>
  </p:normalViewPr>
  <p:slideViewPr>
    <p:cSldViewPr snapToGrid="0">
      <p:cViewPr varScale="1">
        <p:scale>
          <a:sx n="107" d="100"/>
          <a:sy n="107" d="100"/>
        </p:scale>
        <p:origin x="2304" y="102"/>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58" d="100"/>
          <a:sy n="58" d="100"/>
        </p:scale>
        <p:origin x="32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it Deshmukh" userId="3932f4acff490c19" providerId="LiveId" clId="{899AD77A-A182-40D8-9606-78385CBD659E}"/>
    <pc:docChg chg="undo custSel modSld modMainMaster">
      <pc:chgData name="Ankit Deshmukh" userId="3932f4acff490c19" providerId="LiveId" clId="{899AD77A-A182-40D8-9606-78385CBD659E}" dt="2026-07-23T05:06:39.756" v="349" actId="478"/>
      <pc:docMkLst>
        <pc:docMk/>
      </pc:docMkLst>
      <pc:sldChg chg="modSp mod">
        <pc:chgData name="Ankit Deshmukh" userId="3932f4acff490c19" providerId="LiveId" clId="{899AD77A-A182-40D8-9606-78385CBD659E}" dt="2026-07-20T04:15:47.459" v="180" actId="20577"/>
        <pc:sldMkLst>
          <pc:docMk/>
          <pc:sldMk cId="2589515153" sldId="256"/>
        </pc:sldMkLst>
        <pc:spChg chg="mod">
          <ac:chgData name="Ankit Deshmukh" userId="3932f4acff490c19" providerId="LiveId" clId="{899AD77A-A182-40D8-9606-78385CBD659E}" dt="2026-07-20T04:14:08.076" v="6" actId="1076"/>
          <ac:spMkLst>
            <pc:docMk/>
            <pc:sldMk cId="2589515153" sldId="256"/>
            <ac:spMk id="5" creationId="{2A9B9C7D-0202-64C4-20E3-3EC10AC396AB}"/>
          </ac:spMkLst>
        </pc:spChg>
        <pc:spChg chg="mod">
          <ac:chgData name="Ankit Deshmukh" userId="3932f4acff490c19" providerId="LiveId" clId="{899AD77A-A182-40D8-9606-78385CBD659E}" dt="2026-07-20T04:15:47.459" v="180" actId="20577"/>
          <ac:spMkLst>
            <pc:docMk/>
            <pc:sldMk cId="2589515153" sldId="256"/>
            <ac:spMk id="9" creationId="{9613B5BC-FA06-8E5B-1E9B-68927E2D901B}"/>
          </ac:spMkLst>
        </pc:spChg>
      </pc:sldChg>
      <pc:sldChg chg="modSp mod">
        <pc:chgData name="Ankit Deshmukh" userId="3932f4acff490c19" providerId="LiveId" clId="{899AD77A-A182-40D8-9606-78385CBD659E}" dt="2026-07-20T04:21:52.481" v="260" actId="1036"/>
        <pc:sldMkLst>
          <pc:docMk/>
          <pc:sldMk cId="4284879231" sldId="259"/>
        </pc:sldMkLst>
        <pc:spChg chg="mod">
          <ac:chgData name="Ankit Deshmukh" userId="3932f4acff490c19" providerId="LiveId" clId="{899AD77A-A182-40D8-9606-78385CBD659E}" dt="2026-07-20T04:20:58.046" v="248" actId="948"/>
          <ac:spMkLst>
            <pc:docMk/>
            <pc:sldMk cId="4284879231" sldId="259"/>
            <ac:spMk id="5" creationId="{B0FEF038-F0CE-4E26-43A8-02FE6EE95F63}"/>
          </ac:spMkLst>
        </pc:spChg>
        <pc:spChg chg="mod">
          <ac:chgData name="Ankit Deshmukh" userId="3932f4acff490c19" providerId="LiveId" clId="{899AD77A-A182-40D8-9606-78385CBD659E}" dt="2026-07-20T04:21:52.481" v="260" actId="1036"/>
          <ac:spMkLst>
            <pc:docMk/>
            <pc:sldMk cId="4284879231" sldId="259"/>
            <ac:spMk id="12" creationId="{913C86C4-0AB2-8058-DC70-5308C7D4D25B}"/>
          </ac:spMkLst>
        </pc:spChg>
        <pc:picChg chg="mod">
          <ac:chgData name="Ankit Deshmukh" userId="3932f4acff490c19" providerId="LiveId" clId="{899AD77A-A182-40D8-9606-78385CBD659E}" dt="2026-07-20T04:21:30.135" v="251" actId="14100"/>
          <ac:picMkLst>
            <pc:docMk/>
            <pc:sldMk cId="4284879231" sldId="259"/>
            <ac:picMk id="8" creationId="{337950B8-19D9-C06B-60B0-DB416AFEDB5B}"/>
          </ac:picMkLst>
        </pc:picChg>
      </pc:sldChg>
      <pc:sldChg chg="addSp delSp modSp mod">
        <pc:chgData name="Ankit Deshmukh" userId="3932f4acff490c19" providerId="LiveId" clId="{899AD77A-A182-40D8-9606-78385CBD659E}" dt="2026-07-20T05:04:26.891" v="343" actId="207"/>
        <pc:sldMkLst>
          <pc:docMk/>
          <pc:sldMk cId="150250929" sldId="265"/>
        </pc:sldMkLst>
        <pc:spChg chg="mod">
          <ac:chgData name="Ankit Deshmukh" userId="3932f4acff490c19" providerId="LiveId" clId="{899AD77A-A182-40D8-9606-78385CBD659E}" dt="2026-07-20T05:02:09.752" v="330" actId="20577"/>
          <ac:spMkLst>
            <pc:docMk/>
            <pc:sldMk cId="150250929" sldId="265"/>
            <ac:spMk id="5" creationId="{B7D43637-5F2C-6D48-237D-59EE9765D93A}"/>
          </ac:spMkLst>
        </pc:spChg>
        <pc:graphicFrameChg chg="mod modGraphic">
          <ac:chgData name="Ankit Deshmukh" userId="3932f4acff490c19" providerId="LiveId" clId="{899AD77A-A182-40D8-9606-78385CBD659E}" dt="2026-07-20T05:04:26.891" v="343" actId="207"/>
          <ac:graphicFrameMkLst>
            <pc:docMk/>
            <pc:sldMk cId="150250929" sldId="265"/>
            <ac:graphicFrameMk id="6" creationId="{138900DC-3D07-F6C5-E7E6-8BF979633CD0}"/>
          </ac:graphicFrameMkLst>
        </pc:graphicFrameChg>
      </pc:sldChg>
      <pc:sldChg chg="modSp mod">
        <pc:chgData name="Ankit Deshmukh" userId="3932f4acff490c19" providerId="LiveId" clId="{899AD77A-A182-40D8-9606-78385CBD659E}" dt="2026-07-20T05:36:42.339" v="346" actId="20577"/>
        <pc:sldMkLst>
          <pc:docMk/>
          <pc:sldMk cId="3230585600" sldId="266"/>
        </pc:sldMkLst>
        <pc:spChg chg="mod">
          <ac:chgData name="Ankit Deshmukh" userId="3932f4acff490c19" providerId="LiveId" clId="{899AD77A-A182-40D8-9606-78385CBD659E}" dt="2026-07-20T05:36:42.339" v="346" actId="20577"/>
          <ac:spMkLst>
            <pc:docMk/>
            <pc:sldMk cId="3230585600" sldId="266"/>
            <ac:spMk id="5" creationId="{812911A5-A8ED-F597-85A9-D3B47B54D5CA}"/>
          </ac:spMkLst>
        </pc:spChg>
      </pc:sldChg>
      <pc:sldChg chg="addSp delSp modSp mod">
        <pc:chgData name="Ankit Deshmukh" userId="3932f4acff490c19" providerId="LiveId" clId="{899AD77A-A182-40D8-9606-78385CBD659E}" dt="2026-07-23T05:06:39.756" v="349" actId="478"/>
        <pc:sldMkLst>
          <pc:docMk/>
          <pc:sldMk cId="3455432004" sldId="276"/>
        </pc:sldMkLst>
        <pc:picChg chg="add del mod">
          <ac:chgData name="Ankit Deshmukh" userId="3932f4acff490c19" providerId="LiveId" clId="{899AD77A-A182-40D8-9606-78385CBD659E}" dt="2026-07-23T05:06:39.756" v="349" actId="478"/>
          <ac:picMkLst>
            <pc:docMk/>
            <pc:sldMk cId="3455432004" sldId="276"/>
            <ac:picMk id="6" creationId="{96B5D3F2-BC30-0169-E640-AA33493D5E02}"/>
          </ac:picMkLst>
        </pc:picChg>
      </pc:sldChg>
      <pc:sldChg chg="addSp delSp modSp mod">
        <pc:chgData name="Ankit Deshmukh" userId="3932f4acff490c19" providerId="LiveId" clId="{899AD77A-A182-40D8-9606-78385CBD659E}" dt="2026-07-20T04:58:25.003" v="287" actId="478"/>
        <pc:sldMkLst>
          <pc:docMk/>
          <pc:sldMk cId="3234132891" sldId="278"/>
        </pc:sldMkLst>
        <pc:spChg chg="mod">
          <ac:chgData name="Ankit Deshmukh" userId="3932f4acff490c19" providerId="LiveId" clId="{899AD77A-A182-40D8-9606-78385CBD659E}" dt="2026-07-20T04:36:02.999" v="270" actId="14100"/>
          <ac:spMkLst>
            <pc:docMk/>
            <pc:sldMk cId="3234132891" sldId="278"/>
            <ac:spMk id="4" creationId="{6CACB356-B07A-AFB4-3E47-F1C333388EC3}"/>
          </ac:spMkLst>
        </pc:spChg>
        <pc:picChg chg="add mod modCrop">
          <ac:chgData name="Ankit Deshmukh" userId="3932f4acff490c19" providerId="LiveId" clId="{899AD77A-A182-40D8-9606-78385CBD659E}" dt="2026-07-20T04:36:08.238" v="271" actId="1076"/>
          <ac:picMkLst>
            <pc:docMk/>
            <pc:sldMk cId="3234132891" sldId="278"/>
            <ac:picMk id="9" creationId="{3933FC36-F045-12A3-24B9-5B6EFD93B574}"/>
          </ac:picMkLst>
        </pc:picChg>
      </pc:sldChg>
      <pc:sldChg chg="delSp mod">
        <pc:chgData name="Ankit Deshmukh" userId="3932f4acff490c19" providerId="LiveId" clId="{899AD77A-A182-40D8-9606-78385CBD659E}" dt="2026-07-20T04:58:28.345" v="288" actId="478"/>
        <pc:sldMkLst>
          <pc:docMk/>
          <pc:sldMk cId="2968823344" sldId="280"/>
        </pc:sldMkLst>
      </pc:sldChg>
      <pc:sldChg chg="addSp delSp mod">
        <pc:chgData name="Ankit Deshmukh" userId="3932f4acff490c19" providerId="LiveId" clId="{899AD77A-A182-40D8-9606-78385CBD659E}" dt="2026-07-20T04:59:12.584" v="290" actId="11529"/>
        <pc:sldMkLst>
          <pc:docMk/>
          <pc:sldMk cId="3665507225" sldId="281"/>
        </pc:sldMkLst>
      </pc:sldChg>
      <pc:sldMasterChg chg="modSldLayout">
        <pc:chgData name="Ankit Deshmukh" userId="3932f4acff490c19" providerId="LiveId" clId="{899AD77A-A182-40D8-9606-78385CBD659E}" dt="2026-07-20T04:58:12.880" v="286" actId="20577"/>
        <pc:sldMasterMkLst>
          <pc:docMk/>
          <pc:sldMasterMk cId="1727355805" sldId="2147483681"/>
        </pc:sldMasterMkLst>
        <pc:sldLayoutChg chg="modSp mod">
          <pc:chgData name="Ankit Deshmukh" userId="3932f4acff490c19" providerId="LiveId" clId="{899AD77A-A182-40D8-9606-78385CBD659E}" dt="2026-07-20T04:58:05.352" v="282" actId="20577"/>
          <pc:sldLayoutMkLst>
            <pc:docMk/>
            <pc:sldMasterMk cId="1727355805" sldId="2147483681"/>
            <pc:sldLayoutMk cId="3429611174" sldId="2147483661"/>
          </pc:sldLayoutMkLst>
          <pc:spChg chg="mod">
            <ac:chgData name="Ankit Deshmukh" userId="3932f4acff490c19" providerId="LiveId" clId="{899AD77A-A182-40D8-9606-78385CBD659E}" dt="2026-07-20T04:58:05.352" v="282" actId="20577"/>
            <ac:spMkLst>
              <pc:docMk/>
              <pc:sldMasterMk cId="1727355805" sldId="2147483681"/>
              <pc:sldLayoutMk cId="3429611174" sldId="2147483661"/>
              <ac:spMk id="4" creationId="{D0E51F5A-4888-D63D-29F3-B01CF7E21C47}"/>
            </ac:spMkLst>
          </pc:spChg>
        </pc:sldLayoutChg>
        <pc:sldLayoutChg chg="modSp mod">
          <pc:chgData name="Ankit Deshmukh" userId="3932f4acff490c19" providerId="LiveId" clId="{899AD77A-A182-40D8-9606-78385CBD659E}" dt="2026-07-20T04:58:12.880" v="286" actId="20577"/>
          <pc:sldLayoutMkLst>
            <pc:docMk/>
            <pc:sldMasterMk cId="1727355805" sldId="2147483681"/>
            <pc:sldLayoutMk cId="2830715435" sldId="2147483662"/>
          </pc:sldLayoutMkLst>
          <pc:spChg chg="mod">
            <ac:chgData name="Ankit Deshmukh" userId="3932f4acff490c19" providerId="LiveId" clId="{899AD77A-A182-40D8-9606-78385CBD659E}" dt="2026-07-20T04:58:12.880" v="286" actId="20577"/>
            <ac:spMkLst>
              <pc:docMk/>
              <pc:sldMasterMk cId="1727355805" sldId="2147483681"/>
              <pc:sldLayoutMk cId="2830715435" sldId="2147483662"/>
              <ac:spMk id="4" creationId="{D0E51F5A-4888-D63D-29F3-B01CF7E21C47}"/>
            </ac:spMkLst>
          </pc:spChg>
        </pc:sldLayoutChg>
        <pc:sldLayoutChg chg="modSp mod">
          <pc:chgData name="Ankit Deshmukh" userId="3932f4acff490c19" providerId="LiveId" clId="{899AD77A-A182-40D8-9606-78385CBD659E}" dt="2026-07-20T04:57:56.366" v="278" actId="20577"/>
          <pc:sldLayoutMkLst>
            <pc:docMk/>
            <pc:sldMasterMk cId="1727355805" sldId="2147483681"/>
            <pc:sldLayoutMk cId="4030094665" sldId="2147483664"/>
          </pc:sldLayoutMkLst>
          <pc:spChg chg="mod">
            <ac:chgData name="Ankit Deshmukh" userId="3932f4acff490c19" providerId="LiveId" clId="{899AD77A-A182-40D8-9606-78385CBD659E}" dt="2026-07-20T04:57:56.366" v="278" actId="20577"/>
            <ac:spMkLst>
              <pc:docMk/>
              <pc:sldMasterMk cId="1727355805" sldId="2147483681"/>
              <pc:sldLayoutMk cId="4030094665" sldId="2147483664"/>
              <ac:spMk id="4" creationId="{D0E51F5A-4888-D63D-29F3-B01CF7E21C47}"/>
            </ac:spMkLst>
          </pc:spChg>
        </pc:sldLayoutChg>
      </pc:sldMasterChg>
    </pc:docChg>
  </pc:docChgLst>
  <pc:docChgLst>
    <pc:chgData name="Ankit Deshmukh" userId="3932f4acff490c19" providerId="LiveId" clId="{6991690D-629D-4BE3-974F-35992248B8DA}"/>
    <pc:docChg chg="undo custSel addSld delSld modSld">
      <pc:chgData name="Ankit Deshmukh" userId="3932f4acff490c19" providerId="LiveId" clId="{6991690D-629D-4BE3-974F-35992248B8DA}" dt="2026-07-19T17:38:15.198" v="571" actId="1076"/>
      <pc:docMkLst>
        <pc:docMk/>
      </pc:docMkLst>
      <pc:sldChg chg="addSp delSp modSp mod">
        <pc:chgData name="Ankit Deshmukh" userId="3932f4acff490c19" providerId="LiveId" clId="{6991690D-629D-4BE3-974F-35992248B8DA}" dt="2026-07-19T17:05:51.298" v="245" actId="14100"/>
        <pc:sldMkLst>
          <pc:docMk/>
          <pc:sldMk cId="2589515153" sldId="256"/>
        </pc:sldMkLst>
        <pc:spChg chg="add mod ord">
          <ac:chgData name="Ankit Deshmukh" userId="3932f4acff490c19" providerId="LiveId" clId="{6991690D-629D-4BE3-974F-35992248B8DA}" dt="2026-07-19T17:05:51.298" v="245" actId="14100"/>
          <ac:spMkLst>
            <pc:docMk/>
            <pc:sldMk cId="2589515153" sldId="256"/>
            <ac:spMk id="5" creationId="{2A9B9C7D-0202-64C4-20E3-3EC10AC396AB}"/>
          </ac:spMkLst>
        </pc:spChg>
        <pc:spChg chg="mod">
          <ac:chgData name="Ankit Deshmukh" userId="3932f4acff490c19" providerId="LiveId" clId="{6991690D-629D-4BE3-974F-35992248B8DA}" dt="2026-07-19T17:05:46.761" v="244" actId="207"/>
          <ac:spMkLst>
            <pc:docMk/>
            <pc:sldMk cId="2589515153" sldId="256"/>
            <ac:spMk id="9" creationId="{9613B5BC-FA06-8E5B-1E9B-68927E2D901B}"/>
          </ac:spMkLst>
        </pc:spChg>
        <pc:picChg chg="mod">
          <ac:chgData name="Ankit Deshmukh" userId="3932f4acff490c19" providerId="LiveId" clId="{6991690D-629D-4BE3-974F-35992248B8DA}" dt="2026-07-19T16:45:45.923" v="18" actId="1076"/>
          <ac:picMkLst>
            <pc:docMk/>
            <pc:sldMk cId="2589515153" sldId="256"/>
            <ac:picMk id="6" creationId="{F7423B9A-B529-89B7-34B0-CF6232C2E362}"/>
          </ac:picMkLst>
        </pc:picChg>
        <pc:picChg chg="mod">
          <ac:chgData name="Ankit Deshmukh" userId="3932f4acff490c19" providerId="LiveId" clId="{6991690D-629D-4BE3-974F-35992248B8DA}" dt="2026-07-19T16:45:45.923" v="18" actId="1076"/>
          <ac:picMkLst>
            <pc:docMk/>
            <pc:sldMk cId="2589515153" sldId="256"/>
            <ac:picMk id="8" creationId="{3F61A765-1176-D22A-7EE6-9EFA4142332D}"/>
          </ac:picMkLst>
        </pc:picChg>
        <pc:picChg chg="add mod ord">
          <ac:chgData name="Ankit Deshmukh" userId="3932f4acff490c19" providerId="LiveId" clId="{6991690D-629D-4BE3-974F-35992248B8DA}" dt="2026-07-19T17:05:25.955" v="242" actId="167"/>
          <ac:picMkLst>
            <pc:docMk/>
            <pc:sldMk cId="2589515153" sldId="256"/>
            <ac:picMk id="10" creationId="{6702A1F4-D268-A1B4-2BC7-A903F04F8F09}"/>
          </ac:picMkLst>
        </pc:picChg>
      </pc:sldChg>
      <pc:sldChg chg="addSp delSp modSp mod">
        <pc:chgData name="Ankit Deshmukh" userId="3932f4acff490c19" providerId="LiveId" clId="{6991690D-629D-4BE3-974F-35992248B8DA}" dt="2026-07-19T17:20:37.118" v="473" actId="113"/>
        <pc:sldMkLst>
          <pc:docMk/>
          <pc:sldMk cId="4284879231" sldId="259"/>
        </pc:sldMkLst>
        <pc:spChg chg="mod">
          <ac:chgData name="Ankit Deshmukh" userId="3932f4acff490c19" providerId="LiveId" clId="{6991690D-629D-4BE3-974F-35992248B8DA}" dt="2026-07-19T17:01:21.650" v="236" actId="14100"/>
          <ac:spMkLst>
            <pc:docMk/>
            <pc:sldMk cId="4284879231" sldId="259"/>
            <ac:spMk id="4" creationId="{7A01C6B7-2087-3F9C-EC36-657CFFED595E}"/>
          </ac:spMkLst>
        </pc:spChg>
        <pc:spChg chg="mod">
          <ac:chgData name="Ankit Deshmukh" userId="3932f4acff490c19" providerId="LiveId" clId="{6991690D-629D-4BE3-974F-35992248B8DA}" dt="2026-07-19T16:47:14.931" v="28" actId="14100"/>
          <ac:spMkLst>
            <pc:docMk/>
            <pc:sldMk cId="4284879231" sldId="259"/>
            <ac:spMk id="5" creationId="{B0FEF038-F0CE-4E26-43A8-02FE6EE95F63}"/>
          </ac:spMkLst>
        </pc:spChg>
        <pc:spChg chg="add mod ord">
          <ac:chgData name="Ankit Deshmukh" userId="3932f4acff490c19" providerId="LiveId" clId="{6991690D-629D-4BE3-974F-35992248B8DA}" dt="2026-07-19T16:48:50.938" v="55" actId="167"/>
          <ac:spMkLst>
            <pc:docMk/>
            <pc:sldMk cId="4284879231" sldId="259"/>
            <ac:spMk id="9" creationId="{83D2CC44-6495-5E9D-1AD7-83C4F52128D6}"/>
          </ac:spMkLst>
        </pc:spChg>
        <pc:spChg chg="add mod ord">
          <ac:chgData name="Ankit Deshmukh" userId="3932f4acff490c19" providerId="LiveId" clId="{6991690D-629D-4BE3-974F-35992248B8DA}" dt="2026-07-19T17:11:35.007" v="314" actId="1038"/>
          <ac:spMkLst>
            <pc:docMk/>
            <pc:sldMk cId="4284879231" sldId="259"/>
            <ac:spMk id="10" creationId="{D62DF29B-9400-73B6-4952-BE510931E5E6}"/>
          </ac:spMkLst>
        </pc:spChg>
        <pc:spChg chg="mod">
          <ac:chgData name="Ankit Deshmukh" userId="3932f4acff490c19" providerId="LiveId" clId="{6991690D-629D-4BE3-974F-35992248B8DA}" dt="2026-07-19T16:59:13.885" v="207" actId="14100"/>
          <ac:spMkLst>
            <pc:docMk/>
            <pc:sldMk cId="4284879231" sldId="259"/>
            <ac:spMk id="11" creationId="{3BAAB17B-0906-4E0B-B803-5A2C7C013D23}"/>
          </ac:spMkLst>
        </pc:spChg>
        <pc:spChg chg="add mod">
          <ac:chgData name="Ankit Deshmukh" userId="3932f4acff490c19" providerId="LiveId" clId="{6991690D-629D-4BE3-974F-35992248B8DA}" dt="2026-07-19T16:54:56.142" v="93" actId="14100"/>
          <ac:spMkLst>
            <pc:docMk/>
            <pc:sldMk cId="4284879231" sldId="259"/>
            <ac:spMk id="12" creationId="{913C86C4-0AB2-8058-DC70-5308C7D4D25B}"/>
          </ac:spMkLst>
        </pc:spChg>
        <pc:spChg chg="add mod">
          <ac:chgData name="Ankit Deshmukh" userId="3932f4acff490c19" providerId="LiveId" clId="{6991690D-629D-4BE3-974F-35992248B8DA}" dt="2026-07-19T17:18:45.540" v="454" actId="1036"/>
          <ac:spMkLst>
            <pc:docMk/>
            <pc:sldMk cId="4284879231" sldId="259"/>
            <ac:spMk id="13" creationId="{0A00A00E-467D-D951-7DD6-110C3CFC8309}"/>
          </ac:spMkLst>
        </pc:spChg>
        <pc:spChg chg="add mod">
          <ac:chgData name="Ankit Deshmukh" userId="3932f4acff490c19" providerId="LiveId" clId="{6991690D-629D-4BE3-974F-35992248B8DA}" dt="2026-07-19T17:18:58.237" v="463" actId="1036"/>
          <ac:spMkLst>
            <pc:docMk/>
            <pc:sldMk cId="4284879231" sldId="259"/>
            <ac:spMk id="14" creationId="{9D880638-FA16-500A-F8B0-52194121127E}"/>
          </ac:spMkLst>
        </pc:spChg>
        <pc:spChg chg="add mod">
          <ac:chgData name="Ankit Deshmukh" userId="3932f4acff490c19" providerId="LiveId" clId="{6991690D-629D-4BE3-974F-35992248B8DA}" dt="2026-07-19T17:20:37.118" v="473" actId="113"/>
          <ac:spMkLst>
            <pc:docMk/>
            <pc:sldMk cId="4284879231" sldId="259"/>
            <ac:spMk id="15" creationId="{5137EFE8-FBB7-F618-E8CE-4764D1C48F80}"/>
          </ac:spMkLst>
        </pc:spChg>
        <pc:picChg chg="add mod">
          <ac:chgData name="Ankit Deshmukh" userId="3932f4acff490c19" providerId="LiveId" clId="{6991690D-629D-4BE3-974F-35992248B8DA}" dt="2026-07-19T16:48:55.771" v="56" actId="1076"/>
          <ac:picMkLst>
            <pc:docMk/>
            <pc:sldMk cId="4284879231" sldId="259"/>
            <ac:picMk id="8" creationId="{337950B8-19D9-C06B-60B0-DB416AFEDB5B}"/>
          </ac:picMkLst>
        </pc:picChg>
      </pc:sldChg>
      <pc:sldChg chg="modSp mod">
        <pc:chgData name="Ankit Deshmukh" userId="3932f4acff490c19" providerId="LiveId" clId="{6991690D-629D-4BE3-974F-35992248B8DA}" dt="2026-07-19T17:36:48.617" v="547" actId="12"/>
        <pc:sldMkLst>
          <pc:docMk/>
          <pc:sldMk cId="3230585600" sldId="266"/>
        </pc:sldMkLst>
        <pc:spChg chg="mod">
          <ac:chgData name="Ankit Deshmukh" userId="3932f4acff490c19" providerId="LiveId" clId="{6991690D-629D-4BE3-974F-35992248B8DA}" dt="2026-07-19T17:36:48.617" v="547" actId="12"/>
          <ac:spMkLst>
            <pc:docMk/>
            <pc:sldMk cId="3230585600" sldId="266"/>
            <ac:spMk id="5" creationId="{812911A5-A8ED-F597-85A9-D3B47B54D5CA}"/>
          </ac:spMkLst>
        </pc:spChg>
      </pc:sldChg>
      <pc:sldChg chg="addSp delSp modSp mod">
        <pc:chgData name="Ankit Deshmukh" userId="3932f4acff490c19" providerId="LiveId" clId="{6991690D-629D-4BE3-974F-35992248B8DA}" dt="2026-07-19T17:38:15.198" v="571" actId="1076"/>
        <pc:sldMkLst>
          <pc:docMk/>
          <pc:sldMk cId="1584601575" sldId="271"/>
        </pc:sldMkLst>
        <pc:spChg chg="mod">
          <ac:chgData name="Ankit Deshmukh" userId="3932f4acff490c19" providerId="LiveId" clId="{6991690D-629D-4BE3-974F-35992248B8DA}" dt="2026-07-19T17:37:43.636" v="569" actId="14100"/>
          <ac:spMkLst>
            <pc:docMk/>
            <pc:sldMk cId="1584601575" sldId="271"/>
            <ac:spMk id="5" creationId="{2164340B-8EE8-D588-C678-A609A240A647}"/>
          </ac:spMkLst>
        </pc:spChg>
        <pc:picChg chg="add mod">
          <ac:chgData name="Ankit Deshmukh" userId="3932f4acff490c19" providerId="LiveId" clId="{6991690D-629D-4BE3-974F-35992248B8DA}" dt="2026-07-19T17:38:15.198" v="571" actId="1076"/>
          <ac:picMkLst>
            <pc:docMk/>
            <pc:sldMk cId="1584601575" sldId="271"/>
            <ac:picMk id="8" creationId="{22C6DA38-A807-9ADE-E7E9-2CD1008DC670}"/>
          </ac:picMkLst>
        </pc:picChg>
      </pc:sldChg>
      <pc:sldChg chg="addSp modSp mod">
        <pc:chgData name="Ankit Deshmukh" userId="3932f4acff490c19" providerId="LiveId" clId="{6991690D-629D-4BE3-974F-35992248B8DA}" dt="2026-07-19T17:24:16.692" v="495" actId="14100"/>
        <pc:sldMkLst>
          <pc:docMk/>
          <pc:sldMk cId="3025905482" sldId="275"/>
        </pc:sldMkLst>
        <pc:spChg chg="mod">
          <ac:chgData name="Ankit Deshmukh" userId="3932f4acff490c19" providerId="LiveId" clId="{6991690D-629D-4BE3-974F-35992248B8DA}" dt="2026-07-19T17:23:14.350" v="475" actId="20577"/>
          <ac:spMkLst>
            <pc:docMk/>
            <pc:sldMk cId="3025905482" sldId="275"/>
            <ac:spMk id="4" creationId="{4B9E2026-9D39-6964-E2B1-7A21BEF87103}"/>
          </ac:spMkLst>
        </pc:spChg>
        <pc:spChg chg="mod">
          <ac:chgData name="Ankit Deshmukh" userId="3932f4acff490c19" providerId="LiveId" clId="{6991690D-629D-4BE3-974F-35992248B8DA}" dt="2026-07-19T17:23:39.102" v="478" actId="14100"/>
          <ac:spMkLst>
            <pc:docMk/>
            <pc:sldMk cId="3025905482" sldId="275"/>
            <ac:spMk id="5" creationId="{830A939F-299D-A27E-1EB1-C993241A413D}"/>
          </ac:spMkLst>
        </pc:spChg>
        <pc:spChg chg="add mod">
          <ac:chgData name="Ankit Deshmukh" userId="3932f4acff490c19" providerId="LiveId" clId="{6991690D-629D-4BE3-974F-35992248B8DA}" dt="2026-07-19T17:24:16.692" v="495" actId="14100"/>
          <ac:spMkLst>
            <pc:docMk/>
            <pc:sldMk cId="3025905482" sldId="275"/>
            <ac:spMk id="6" creationId="{DDC6E7C9-91E1-4CD2-D383-69C416692701}"/>
          </ac:spMkLst>
        </pc:spChg>
        <pc:graphicFrameChg chg="mod">
          <ac:chgData name="Ankit Deshmukh" userId="3932f4acff490c19" providerId="LiveId" clId="{6991690D-629D-4BE3-974F-35992248B8DA}" dt="2026-07-19T17:24:04.990" v="493" actId="1076"/>
          <ac:graphicFrameMkLst>
            <pc:docMk/>
            <pc:sldMk cId="3025905482" sldId="275"/>
            <ac:graphicFrameMk id="8" creationId="{CC82239F-9850-3D3A-994B-FD95270F0BCD}"/>
          </ac:graphicFrameMkLst>
        </pc:graphicFrameChg>
      </pc:sldChg>
      <pc:sldChg chg="addSp delSp modSp mod">
        <pc:chgData name="Ankit Deshmukh" userId="3932f4acff490c19" providerId="LiveId" clId="{6991690D-629D-4BE3-974F-35992248B8DA}" dt="2026-07-19T17:32:43.345" v="524" actId="207"/>
        <pc:sldMkLst>
          <pc:docMk/>
          <pc:sldMk cId="3455432004" sldId="276"/>
        </pc:sldMkLst>
        <pc:spChg chg="add mod">
          <ac:chgData name="Ankit Deshmukh" userId="3932f4acff490c19" providerId="LiveId" clId="{6991690D-629D-4BE3-974F-35992248B8DA}" dt="2026-07-19T17:32:02.163" v="512" actId="207"/>
          <ac:spMkLst>
            <pc:docMk/>
            <pc:sldMk cId="3455432004" sldId="276"/>
            <ac:spMk id="9" creationId="{6FE78B1F-5D75-E7DF-56A3-648A077102DE}"/>
          </ac:spMkLst>
        </pc:spChg>
        <pc:spChg chg="add mod">
          <ac:chgData name="Ankit Deshmukh" userId="3932f4acff490c19" providerId="LiveId" clId="{6991690D-629D-4BE3-974F-35992248B8DA}" dt="2026-07-19T17:32:43.345" v="524" actId="207"/>
          <ac:spMkLst>
            <pc:docMk/>
            <pc:sldMk cId="3455432004" sldId="276"/>
            <ac:spMk id="12" creationId="{FFE2B3D8-40A9-20DD-B927-8517E0EA0527}"/>
          </ac:spMkLst>
        </pc:spChg>
      </pc:sldChg>
      <pc:sldChg chg="addSp delSp modSp add mod">
        <pc:chgData name="Ankit Deshmukh" userId="3932f4acff490c19" providerId="LiveId" clId="{6991690D-629D-4BE3-974F-35992248B8DA}" dt="2026-07-19T17:34:02.059" v="543" actId="14100"/>
        <pc:sldMkLst>
          <pc:docMk/>
          <pc:sldMk cId="3665507225" sldId="281"/>
        </pc:sldMkLst>
        <pc:spChg chg="add mod">
          <ac:chgData name="Ankit Deshmukh" userId="3932f4acff490c19" providerId="LiveId" clId="{6991690D-629D-4BE3-974F-35992248B8DA}" dt="2026-07-19T17:34:02.059" v="543" actId="14100"/>
          <ac:spMkLst>
            <pc:docMk/>
            <pc:sldMk cId="3665507225" sldId="281"/>
            <ac:spMk id="6" creationId="{50CDB657-6EDD-CCB1-1E24-366C8383E5FA}"/>
          </ac:spMkLst>
        </pc:spChg>
        <pc:spChg chg="add mod">
          <ac:chgData name="Ankit Deshmukh" userId="3932f4acff490c19" providerId="LiveId" clId="{6991690D-629D-4BE3-974F-35992248B8DA}" dt="2026-07-19T17:33:55.311" v="541" actId="207"/>
          <ac:spMkLst>
            <pc:docMk/>
            <pc:sldMk cId="3665507225" sldId="281"/>
            <ac:spMk id="8" creationId="{C70EA31E-36CD-C4AF-C682-4A757E1A4D66}"/>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svg"/><Relationship Id="rId1" Type="http://schemas.openxmlformats.org/officeDocument/2006/relationships/image" Target="../media/image9.svg"/><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svg"/><Relationship Id="rId1" Type="http://schemas.openxmlformats.org/officeDocument/2006/relationships/image" Target="../media/image9.svg"/><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C7D489-6A6F-4F6E-8C95-FCA41480E41B}" type="doc">
      <dgm:prSet loTypeId="urn:microsoft.com/office/officeart/2018/2/layout/IconCircleList" loCatId="icon" qsTypeId="urn:microsoft.com/office/officeart/2005/8/quickstyle/simple1" qsCatId="simple" csTypeId="urn:microsoft.com/office/officeart/2005/8/colors/accent3_2" csCatId="accent3" phldr="1"/>
      <dgm:spPr/>
      <dgm:t>
        <a:bodyPr/>
        <a:lstStyle/>
        <a:p>
          <a:endParaRPr lang="en-US"/>
        </a:p>
      </dgm:t>
    </dgm:pt>
    <dgm:pt modelId="{0EC6E04A-241C-435C-B4BF-10BCCB611633}">
      <dgm:prSet/>
      <dgm:spPr/>
      <dgm:t>
        <a:bodyPr/>
        <a:lstStyle/>
        <a:p>
          <a:r>
            <a:rPr lang="en-US" b="1" i="0" baseline="0"/>
            <a:t>Structural Health Monitoring:</a:t>
          </a:r>
          <a:r>
            <a:rPr lang="en-US" b="0" i="0" baseline="0"/>
            <a:t> AI models analyze sensor data to detect early damage.</a:t>
          </a:r>
          <a:endParaRPr lang="en-US"/>
        </a:p>
      </dgm:t>
    </dgm:pt>
    <dgm:pt modelId="{52BC0EAB-528A-4BC1-9F4B-C766C8D8B2C7}" type="parTrans" cxnId="{AD54077E-9B35-431A-9175-1050E9F66907}">
      <dgm:prSet/>
      <dgm:spPr/>
      <dgm:t>
        <a:bodyPr/>
        <a:lstStyle/>
        <a:p>
          <a:endParaRPr lang="en-US"/>
        </a:p>
      </dgm:t>
    </dgm:pt>
    <dgm:pt modelId="{E45166E2-D83E-41C5-AB5D-FB21348E6844}" type="sibTrans" cxnId="{AD54077E-9B35-431A-9175-1050E9F66907}">
      <dgm:prSet/>
      <dgm:spPr/>
      <dgm:t>
        <a:bodyPr/>
        <a:lstStyle/>
        <a:p>
          <a:endParaRPr lang="en-US"/>
        </a:p>
      </dgm:t>
    </dgm:pt>
    <dgm:pt modelId="{6D1510C9-A9F1-4D22-83EB-CE6E4650558C}">
      <dgm:prSet/>
      <dgm:spPr/>
      <dgm:t>
        <a:bodyPr/>
        <a:lstStyle/>
        <a:p>
          <a:r>
            <a:rPr lang="en-US" b="1" i="0" baseline="0"/>
            <a:t>Construction Scheduling:</a:t>
          </a:r>
          <a:r>
            <a:rPr lang="en-US" b="0" i="0" baseline="0"/>
            <a:t> Machine learning optimizes timelines and adapts to delays.</a:t>
          </a:r>
          <a:endParaRPr lang="en-US"/>
        </a:p>
      </dgm:t>
    </dgm:pt>
    <dgm:pt modelId="{7BAF56FA-7D14-49A1-B027-F27B2CC7AA3C}" type="parTrans" cxnId="{9D589733-0103-4C62-9902-1FD9ABE2FD3D}">
      <dgm:prSet/>
      <dgm:spPr/>
      <dgm:t>
        <a:bodyPr/>
        <a:lstStyle/>
        <a:p>
          <a:endParaRPr lang="en-US"/>
        </a:p>
      </dgm:t>
    </dgm:pt>
    <dgm:pt modelId="{2D33966B-7314-4211-9215-7B0BCD060426}" type="sibTrans" cxnId="{9D589733-0103-4C62-9902-1FD9ABE2FD3D}">
      <dgm:prSet/>
      <dgm:spPr/>
      <dgm:t>
        <a:bodyPr/>
        <a:lstStyle/>
        <a:p>
          <a:endParaRPr lang="en-US"/>
        </a:p>
      </dgm:t>
    </dgm:pt>
    <dgm:pt modelId="{135CF731-272E-4EC5-A5BA-29B4976948C8}">
      <dgm:prSet/>
      <dgm:spPr/>
      <dgm:t>
        <a:bodyPr/>
        <a:lstStyle/>
        <a:p>
          <a:r>
            <a:rPr lang="en-US" b="1" i="0" baseline="0"/>
            <a:t>Flood &amp; Drought Forecasting:</a:t>
          </a:r>
          <a:r>
            <a:rPr lang="en-US" b="0" i="0" baseline="0"/>
            <a:t> Hybrid AI–physics models improve water risk predictions.</a:t>
          </a:r>
          <a:endParaRPr lang="en-US"/>
        </a:p>
      </dgm:t>
    </dgm:pt>
    <dgm:pt modelId="{4C4D4C6A-E8F2-40ED-A28C-D744CAEA2E9E}" type="parTrans" cxnId="{DD7B5BA0-E1D7-483C-B1D1-3D0E8E85CC3A}">
      <dgm:prSet/>
      <dgm:spPr/>
      <dgm:t>
        <a:bodyPr/>
        <a:lstStyle/>
        <a:p>
          <a:endParaRPr lang="en-US"/>
        </a:p>
      </dgm:t>
    </dgm:pt>
    <dgm:pt modelId="{4AB4A07A-B4DB-40A6-AA7F-A6612E6F6F79}" type="sibTrans" cxnId="{DD7B5BA0-E1D7-483C-B1D1-3D0E8E85CC3A}">
      <dgm:prSet/>
      <dgm:spPr/>
      <dgm:t>
        <a:bodyPr/>
        <a:lstStyle/>
        <a:p>
          <a:endParaRPr lang="en-US"/>
        </a:p>
      </dgm:t>
    </dgm:pt>
    <dgm:pt modelId="{BDD96C1F-1B10-45FA-BA56-BE54BCC5F1EA}">
      <dgm:prSet/>
      <dgm:spPr/>
      <dgm:t>
        <a:bodyPr/>
        <a:lstStyle/>
        <a:p>
          <a:r>
            <a:rPr lang="en-US" b="1"/>
            <a:t>Generative Design:</a:t>
          </a:r>
          <a:r>
            <a:rPr lang="en-US"/>
            <a:t> AI explores thousands of design options for optimal efficiency.</a:t>
          </a:r>
        </a:p>
      </dgm:t>
    </dgm:pt>
    <dgm:pt modelId="{2437D884-4955-4E73-B834-65F227D81A9D}" type="parTrans" cxnId="{4959BF5C-2CBE-49E6-BEC8-B23EC9895D85}">
      <dgm:prSet/>
      <dgm:spPr/>
      <dgm:t>
        <a:bodyPr/>
        <a:lstStyle/>
        <a:p>
          <a:endParaRPr lang="en-US"/>
        </a:p>
      </dgm:t>
    </dgm:pt>
    <dgm:pt modelId="{D28319F5-30FC-44DB-8ED8-53FE82B2D434}" type="sibTrans" cxnId="{4959BF5C-2CBE-49E6-BEC8-B23EC9895D85}">
      <dgm:prSet/>
      <dgm:spPr/>
      <dgm:t>
        <a:bodyPr/>
        <a:lstStyle/>
        <a:p>
          <a:endParaRPr lang="en-US"/>
        </a:p>
      </dgm:t>
    </dgm:pt>
    <dgm:pt modelId="{B02B53DC-30B1-4E05-8E14-47A2A8930955}">
      <dgm:prSet/>
      <dgm:spPr/>
      <dgm:t>
        <a:bodyPr/>
        <a:lstStyle/>
        <a:p>
          <a:r>
            <a:rPr lang="en-US" b="1"/>
            <a:t>Automated Quality Inspection:</a:t>
          </a:r>
          <a:r>
            <a:rPr lang="en-US"/>
            <a:t> Computer-vision systems spot defects in concrete and welds.</a:t>
          </a:r>
        </a:p>
      </dgm:t>
    </dgm:pt>
    <dgm:pt modelId="{81598418-D70E-403E-B1B4-30A84E2D38E0}" type="parTrans" cxnId="{F18DEAB3-5CA0-4932-A4CA-1988314444A6}">
      <dgm:prSet/>
      <dgm:spPr/>
      <dgm:t>
        <a:bodyPr/>
        <a:lstStyle/>
        <a:p>
          <a:endParaRPr lang="en-US"/>
        </a:p>
      </dgm:t>
    </dgm:pt>
    <dgm:pt modelId="{BA485986-7F8B-4A8E-A502-CFD6145AF384}" type="sibTrans" cxnId="{F18DEAB3-5CA0-4932-A4CA-1988314444A6}">
      <dgm:prSet/>
      <dgm:spPr/>
      <dgm:t>
        <a:bodyPr/>
        <a:lstStyle/>
        <a:p>
          <a:endParaRPr lang="en-US"/>
        </a:p>
      </dgm:t>
    </dgm:pt>
    <dgm:pt modelId="{F91D3D14-899B-4CD7-9E99-4A5B3FA5A903}">
      <dgm:prSet/>
      <dgm:spPr/>
      <dgm:t>
        <a:bodyPr/>
        <a:lstStyle/>
        <a:p>
          <a:r>
            <a:rPr lang="en-US" b="1"/>
            <a:t>BIM Enhancement:</a:t>
          </a:r>
          <a:r>
            <a:rPr lang="en-US"/>
            <a:t> AI enriches Building Information Models with predictive cost and clash detection.</a:t>
          </a:r>
        </a:p>
      </dgm:t>
    </dgm:pt>
    <dgm:pt modelId="{9DFECF3B-9102-41A8-95DE-E37BB3E003C2}" type="parTrans" cxnId="{8C58688D-C071-4D39-97E8-387D6C070BD5}">
      <dgm:prSet/>
      <dgm:spPr/>
      <dgm:t>
        <a:bodyPr/>
        <a:lstStyle/>
        <a:p>
          <a:endParaRPr lang="en-US"/>
        </a:p>
      </dgm:t>
    </dgm:pt>
    <dgm:pt modelId="{FF434B21-A099-476A-87E3-982789501176}" type="sibTrans" cxnId="{8C58688D-C071-4D39-97E8-387D6C070BD5}">
      <dgm:prSet/>
      <dgm:spPr/>
      <dgm:t>
        <a:bodyPr/>
        <a:lstStyle/>
        <a:p>
          <a:endParaRPr lang="en-US"/>
        </a:p>
      </dgm:t>
    </dgm:pt>
    <dgm:pt modelId="{815211A4-1289-48C4-91D5-9A7BF992EDAF}">
      <dgm:prSet/>
      <dgm:spPr/>
      <dgm:t>
        <a:bodyPr/>
        <a:lstStyle/>
        <a:p>
          <a:r>
            <a:rPr lang="en-US" b="1"/>
            <a:t>Traffic Flow Optimization:</a:t>
          </a:r>
          <a:r>
            <a:rPr lang="en-US"/>
            <a:t> AI analyzes real‑time data to adjust signals and reduce congestion.</a:t>
          </a:r>
        </a:p>
      </dgm:t>
    </dgm:pt>
    <dgm:pt modelId="{4099A616-C1DD-4D46-940E-55B65BC607CB}" type="parTrans" cxnId="{7EF4A5DA-E631-4539-A944-5D691DFB7E19}">
      <dgm:prSet/>
      <dgm:spPr/>
      <dgm:t>
        <a:bodyPr/>
        <a:lstStyle/>
        <a:p>
          <a:endParaRPr lang="en-US"/>
        </a:p>
      </dgm:t>
    </dgm:pt>
    <dgm:pt modelId="{366DA767-83CA-4FA2-992A-596A618FD4CE}" type="sibTrans" cxnId="{7EF4A5DA-E631-4539-A944-5D691DFB7E19}">
      <dgm:prSet/>
      <dgm:spPr/>
      <dgm:t>
        <a:bodyPr/>
        <a:lstStyle/>
        <a:p>
          <a:endParaRPr lang="en-US"/>
        </a:p>
      </dgm:t>
    </dgm:pt>
    <dgm:pt modelId="{77E1FED0-72C7-4DB6-9B60-EFCDA422E15F}" type="pres">
      <dgm:prSet presAssocID="{69C7D489-6A6F-4F6E-8C95-FCA41480E41B}" presName="root" presStyleCnt="0">
        <dgm:presLayoutVars>
          <dgm:dir/>
          <dgm:resizeHandles val="exact"/>
        </dgm:presLayoutVars>
      </dgm:prSet>
      <dgm:spPr/>
    </dgm:pt>
    <dgm:pt modelId="{27A4EC41-C68D-4CCC-AE1D-E2350B912661}" type="pres">
      <dgm:prSet presAssocID="{69C7D489-6A6F-4F6E-8C95-FCA41480E41B}" presName="container" presStyleCnt="0">
        <dgm:presLayoutVars>
          <dgm:dir/>
          <dgm:resizeHandles val="exact"/>
        </dgm:presLayoutVars>
      </dgm:prSet>
      <dgm:spPr/>
    </dgm:pt>
    <dgm:pt modelId="{4C85249F-3460-4EBF-967D-BF3B6899DF4B}" type="pres">
      <dgm:prSet presAssocID="{0EC6E04A-241C-435C-B4BF-10BCCB611633}" presName="compNode" presStyleCnt="0"/>
      <dgm:spPr/>
    </dgm:pt>
    <dgm:pt modelId="{2F96E635-43D6-4F94-B205-6261523A3504}" type="pres">
      <dgm:prSet presAssocID="{0EC6E04A-241C-435C-B4BF-10BCCB611633}" presName="iconBgRect" presStyleLbl="bgShp" presStyleIdx="0" presStyleCnt="7"/>
      <dgm:spPr/>
    </dgm:pt>
    <dgm:pt modelId="{15B29F86-7741-485D-A8CF-4CB26A1696B0}" type="pres">
      <dgm:prSet presAssocID="{0EC6E04A-241C-435C-B4BF-10BCCB611633}"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ears"/>
        </a:ext>
      </dgm:extLst>
    </dgm:pt>
    <dgm:pt modelId="{C85F1AB3-5A99-48B0-97B6-2264FA37E51C}" type="pres">
      <dgm:prSet presAssocID="{0EC6E04A-241C-435C-B4BF-10BCCB611633}" presName="spaceRect" presStyleCnt="0"/>
      <dgm:spPr/>
    </dgm:pt>
    <dgm:pt modelId="{573FAA56-C668-470D-BC20-BBE0502FF2D0}" type="pres">
      <dgm:prSet presAssocID="{0EC6E04A-241C-435C-B4BF-10BCCB611633}" presName="textRect" presStyleLbl="revTx" presStyleIdx="0" presStyleCnt="7">
        <dgm:presLayoutVars>
          <dgm:chMax val="1"/>
          <dgm:chPref val="1"/>
        </dgm:presLayoutVars>
      </dgm:prSet>
      <dgm:spPr/>
    </dgm:pt>
    <dgm:pt modelId="{FA6D29F9-402A-4776-A223-B6F57CDC83AF}" type="pres">
      <dgm:prSet presAssocID="{E45166E2-D83E-41C5-AB5D-FB21348E6844}" presName="sibTrans" presStyleLbl="sibTrans2D1" presStyleIdx="0" presStyleCnt="0"/>
      <dgm:spPr/>
    </dgm:pt>
    <dgm:pt modelId="{1087A9C6-EC00-4A51-8874-48E35AC1F5A8}" type="pres">
      <dgm:prSet presAssocID="{6D1510C9-A9F1-4D22-83EB-CE6E4650558C}" presName="compNode" presStyleCnt="0"/>
      <dgm:spPr/>
    </dgm:pt>
    <dgm:pt modelId="{BE480E7C-2330-4B17-867C-B7B5ABFD045A}" type="pres">
      <dgm:prSet presAssocID="{6D1510C9-A9F1-4D22-83EB-CE6E4650558C}" presName="iconBgRect" presStyleLbl="bgShp" presStyleIdx="1" presStyleCnt="7"/>
      <dgm:spPr/>
    </dgm:pt>
    <dgm:pt modelId="{FE3325EB-F24F-4C3A-8AC7-25AE5483919C}" type="pres">
      <dgm:prSet presAssocID="{6D1510C9-A9F1-4D22-83EB-CE6E4650558C}"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xcavator"/>
        </a:ext>
      </dgm:extLst>
    </dgm:pt>
    <dgm:pt modelId="{1BE76131-104B-4409-9516-78AF965FFC22}" type="pres">
      <dgm:prSet presAssocID="{6D1510C9-A9F1-4D22-83EB-CE6E4650558C}" presName="spaceRect" presStyleCnt="0"/>
      <dgm:spPr/>
    </dgm:pt>
    <dgm:pt modelId="{9563D644-4E03-40D1-835F-53607FE63D7F}" type="pres">
      <dgm:prSet presAssocID="{6D1510C9-A9F1-4D22-83EB-CE6E4650558C}" presName="textRect" presStyleLbl="revTx" presStyleIdx="1" presStyleCnt="7">
        <dgm:presLayoutVars>
          <dgm:chMax val="1"/>
          <dgm:chPref val="1"/>
        </dgm:presLayoutVars>
      </dgm:prSet>
      <dgm:spPr/>
    </dgm:pt>
    <dgm:pt modelId="{5542D81A-DBEC-4FCC-A7E3-F8C42A6C1925}" type="pres">
      <dgm:prSet presAssocID="{2D33966B-7314-4211-9215-7B0BCD060426}" presName="sibTrans" presStyleLbl="sibTrans2D1" presStyleIdx="0" presStyleCnt="0"/>
      <dgm:spPr/>
    </dgm:pt>
    <dgm:pt modelId="{3B439485-284C-4E8A-8586-916DF8B6341B}" type="pres">
      <dgm:prSet presAssocID="{135CF731-272E-4EC5-A5BA-29B4976948C8}" presName="compNode" presStyleCnt="0"/>
      <dgm:spPr/>
    </dgm:pt>
    <dgm:pt modelId="{231FBB0D-ADC8-4724-91A0-06DE41E7062B}" type="pres">
      <dgm:prSet presAssocID="{135CF731-272E-4EC5-A5BA-29B4976948C8}" presName="iconBgRect" presStyleLbl="bgShp" presStyleIdx="2" presStyleCnt="7"/>
      <dgm:spPr/>
    </dgm:pt>
    <dgm:pt modelId="{BEA5B070-5A7A-42E7-9BA4-0DEEA013EDA8}" type="pres">
      <dgm:prSet presAssocID="{135CF731-272E-4EC5-A5BA-29B4976948C8}"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Rain"/>
        </a:ext>
      </dgm:extLst>
    </dgm:pt>
    <dgm:pt modelId="{ABB673C4-F6BB-4CD7-9E51-233D2C6E6AF1}" type="pres">
      <dgm:prSet presAssocID="{135CF731-272E-4EC5-A5BA-29B4976948C8}" presName="spaceRect" presStyleCnt="0"/>
      <dgm:spPr/>
    </dgm:pt>
    <dgm:pt modelId="{9B4A6547-1399-4CFD-8BAD-25FD3607F9E3}" type="pres">
      <dgm:prSet presAssocID="{135CF731-272E-4EC5-A5BA-29B4976948C8}" presName="textRect" presStyleLbl="revTx" presStyleIdx="2" presStyleCnt="7">
        <dgm:presLayoutVars>
          <dgm:chMax val="1"/>
          <dgm:chPref val="1"/>
        </dgm:presLayoutVars>
      </dgm:prSet>
      <dgm:spPr/>
    </dgm:pt>
    <dgm:pt modelId="{416867C2-81FC-4E2A-A70D-EEA243CAE936}" type="pres">
      <dgm:prSet presAssocID="{4AB4A07A-B4DB-40A6-AA7F-A6612E6F6F79}" presName="sibTrans" presStyleLbl="sibTrans2D1" presStyleIdx="0" presStyleCnt="0"/>
      <dgm:spPr/>
    </dgm:pt>
    <dgm:pt modelId="{A058FFC6-76BA-42D8-98C1-70B18EE1C7D2}" type="pres">
      <dgm:prSet presAssocID="{BDD96C1F-1B10-45FA-BA56-BE54BCC5F1EA}" presName="compNode" presStyleCnt="0"/>
      <dgm:spPr/>
    </dgm:pt>
    <dgm:pt modelId="{602A0308-23A9-4CD8-92C6-8C6F107DAACA}" type="pres">
      <dgm:prSet presAssocID="{BDD96C1F-1B10-45FA-BA56-BE54BCC5F1EA}" presName="iconBgRect" presStyleLbl="bgShp" presStyleIdx="3" presStyleCnt="7"/>
      <dgm:spPr/>
    </dgm:pt>
    <dgm:pt modelId="{5872E283-5A9F-46E6-B24F-223663DFC0ED}" type="pres">
      <dgm:prSet presAssocID="{BDD96C1F-1B10-45FA-BA56-BE54BCC5F1EA}"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ze"/>
        </a:ext>
      </dgm:extLst>
    </dgm:pt>
    <dgm:pt modelId="{A9CD731B-0EFC-4C16-A380-35CA95BD906B}" type="pres">
      <dgm:prSet presAssocID="{BDD96C1F-1B10-45FA-BA56-BE54BCC5F1EA}" presName="spaceRect" presStyleCnt="0"/>
      <dgm:spPr/>
    </dgm:pt>
    <dgm:pt modelId="{BA8CBA57-09D6-48EA-811E-8CFC882F1282}" type="pres">
      <dgm:prSet presAssocID="{BDD96C1F-1B10-45FA-BA56-BE54BCC5F1EA}" presName="textRect" presStyleLbl="revTx" presStyleIdx="3" presStyleCnt="7">
        <dgm:presLayoutVars>
          <dgm:chMax val="1"/>
          <dgm:chPref val="1"/>
        </dgm:presLayoutVars>
      </dgm:prSet>
      <dgm:spPr/>
    </dgm:pt>
    <dgm:pt modelId="{06AA8678-F56A-4D62-9D03-9B326124C21C}" type="pres">
      <dgm:prSet presAssocID="{D28319F5-30FC-44DB-8ED8-53FE82B2D434}" presName="sibTrans" presStyleLbl="sibTrans2D1" presStyleIdx="0" presStyleCnt="0"/>
      <dgm:spPr/>
    </dgm:pt>
    <dgm:pt modelId="{F1DF1FB5-7AFD-4AFF-A666-33E201C2A69B}" type="pres">
      <dgm:prSet presAssocID="{B02B53DC-30B1-4E05-8E14-47A2A8930955}" presName="compNode" presStyleCnt="0"/>
      <dgm:spPr/>
    </dgm:pt>
    <dgm:pt modelId="{326B2C4A-9F43-45AD-B66C-9CDED9E4FB63}" type="pres">
      <dgm:prSet presAssocID="{B02B53DC-30B1-4E05-8E14-47A2A8930955}" presName="iconBgRect" presStyleLbl="bgShp" presStyleIdx="4" presStyleCnt="7"/>
      <dgm:spPr/>
    </dgm:pt>
    <dgm:pt modelId="{7A851463-133D-4CE6-A646-93FEEF86D822}" type="pres">
      <dgm:prSet presAssocID="{B02B53DC-30B1-4E05-8E14-47A2A8930955}"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Cement truck"/>
        </a:ext>
      </dgm:extLst>
    </dgm:pt>
    <dgm:pt modelId="{D685D3AA-4E4C-4042-A095-117C464317FC}" type="pres">
      <dgm:prSet presAssocID="{B02B53DC-30B1-4E05-8E14-47A2A8930955}" presName="spaceRect" presStyleCnt="0"/>
      <dgm:spPr/>
    </dgm:pt>
    <dgm:pt modelId="{C43B7A33-06F9-423B-A239-9F298D88036A}" type="pres">
      <dgm:prSet presAssocID="{B02B53DC-30B1-4E05-8E14-47A2A8930955}" presName="textRect" presStyleLbl="revTx" presStyleIdx="4" presStyleCnt="7">
        <dgm:presLayoutVars>
          <dgm:chMax val="1"/>
          <dgm:chPref val="1"/>
        </dgm:presLayoutVars>
      </dgm:prSet>
      <dgm:spPr/>
    </dgm:pt>
    <dgm:pt modelId="{73965FC2-22F0-46B4-9485-95C5CC50B678}" type="pres">
      <dgm:prSet presAssocID="{BA485986-7F8B-4A8E-A502-CFD6145AF384}" presName="sibTrans" presStyleLbl="sibTrans2D1" presStyleIdx="0" presStyleCnt="0"/>
      <dgm:spPr/>
    </dgm:pt>
    <dgm:pt modelId="{EA363C4B-6780-435F-AF6E-5764F985CE3B}" type="pres">
      <dgm:prSet presAssocID="{F91D3D14-899B-4CD7-9E99-4A5B3FA5A903}" presName="compNode" presStyleCnt="0"/>
      <dgm:spPr/>
    </dgm:pt>
    <dgm:pt modelId="{8438ED5B-4486-4B9B-BCCF-3AE09967A7CB}" type="pres">
      <dgm:prSet presAssocID="{F91D3D14-899B-4CD7-9E99-4A5B3FA5A903}" presName="iconBgRect" presStyleLbl="bgShp" presStyleIdx="5" presStyleCnt="7"/>
      <dgm:spPr/>
    </dgm:pt>
    <dgm:pt modelId="{63A7862C-17C6-4469-8867-E9BCB28CDCFF}" type="pres">
      <dgm:prSet presAssocID="{F91D3D14-899B-4CD7-9E99-4A5B3FA5A903}"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8F0C425B-5914-44F8-89A7-598F78913FC0}" type="pres">
      <dgm:prSet presAssocID="{F91D3D14-899B-4CD7-9E99-4A5B3FA5A903}" presName="spaceRect" presStyleCnt="0"/>
      <dgm:spPr/>
    </dgm:pt>
    <dgm:pt modelId="{A99341D0-E095-4406-92A2-DEEA7CB57898}" type="pres">
      <dgm:prSet presAssocID="{F91D3D14-899B-4CD7-9E99-4A5B3FA5A903}" presName="textRect" presStyleLbl="revTx" presStyleIdx="5" presStyleCnt="7">
        <dgm:presLayoutVars>
          <dgm:chMax val="1"/>
          <dgm:chPref val="1"/>
        </dgm:presLayoutVars>
      </dgm:prSet>
      <dgm:spPr/>
    </dgm:pt>
    <dgm:pt modelId="{55610F43-6F43-42A9-81AE-C5A1B732C417}" type="pres">
      <dgm:prSet presAssocID="{FF434B21-A099-476A-87E3-982789501176}" presName="sibTrans" presStyleLbl="sibTrans2D1" presStyleIdx="0" presStyleCnt="0"/>
      <dgm:spPr/>
    </dgm:pt>
    <dgm:pt modelId="{E6E7E4CD-FB94-4821-9C42-1149DFB421E5}" type="pres">
      <dgm:prSet presAssocID="{815211A4-1289-48C4-91D5-9A7BF992EDAF}" presName="compNode" presStyleCnt="0"/>
      <dgm:spPr/>
    </dgm:pt>
    <dgm:pt modelId="{9D540DE2-1CDA-47C3-8928-35B5B81D3FF9}" type="pres">
      <dgm:prSet presAssocID="{815211A4-1289-48C4-91D5-9A7BF992EDAF}" presName="iconBgRect" presStyleLbl="bgShp" presStyleIdx="6" presStyleCnt="7"/>
      <dgm:spPr/>
    </dgm:pt>
    <dgm:pt modelId="{603564CB-A25A-4D49-8582-E19E7324ED8D}" type="pres">
      <dgm:prSet presAssocID="{815211A4-1289-48C4-91D5-9A7BF992EDAF}"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Traffic Light"/>
        </a:ext>
      </dgm:extLst>
    </dgm:pt>
    <dgm:pt modelId="{EB4F326E-0B8F-4607-AD87-12FDD3F7A8F3}" type="pres">
      <dgm:prSet presAssocID="{815211A4-1289-48C4-91D5-9A7BF992EDAF}" presName="spaceRect" presStyleCnt="0"/>
      <dgm:spPr/>
    </dgm:pt>
    <dgm:pt modelId="{7904DDD0-CDCF-41BA-AAE3-13FF6E485B90}" type="pres">
      <dgm:prSet presAssocID="{815211A4-1289-48C4-91D5-9A7BF992EDAF}" presName="textRect" presStyleLbl="revTx" presStyleIdx="6" presStyleCnt="7">
        <dgm:presLayoutVars>
          <dgm:chMax val="1"/>
          <dgm:chPref val="1"/>
        </dgm:presLayoutVars>
      </dgm:prSet>
      <dgm:spPr/>
    </dgm:pt>
  </dgm:ptLst>
  <dgm:cxnLst>
    <dgm:cxn modelId="{1CF37905-CDBF-4AE0-8D76-F5454A24CD16}" type="presOf" srcId="{0EC6E04A-241C-435C-B4BF-10BCCB611633}" destId="{573FAA56-C668-470D-BC20-BBE0502FF2D0}" srcOrd="0" destOrd="0" presId="urn:microsoft.com/office/officeart/2018/2/layout/IconCircleList"/>
    <dgm:cxn modelId="{9D589733-0103-4C62-9902-1FD9ABE2FD3D}" srcId="{69C7D489-6A6F-4F6E-8C95-FCA41480E41B}" destId="{6D1510C9-A9F1-4D22-83EB-CE6E4650558C}" srcOrd="1" destOrd="0" parTransId="{7BAF56FA-7D14-49A1-B027-F27B2CC7AA3C}" sibTransId="{2D33966B-7314-4211-9215-7B0BCD060426}"/>
    <dgm:cxn modelId="{4959BF5C-2CBE-49E6-BEC8-B23EC9895D85}" srcId="{69C7D489-6A6F-4F6E-8C95-FCA41480E41B}" destId="{BDD96C1F-1B10-45FA-BA56-BE54BCC5F1EA}" srcOrd="3" destOrd="0" parTransId="{2437D884-4955-4E73-B834-65F227D81A9D}" sibTransId="{D28319F5-30FC-44DB-8ED8-53FE82B2D434}"/>
    <dgm:cxn modelId="{E4513763-E2CC-4AC8-A954-B9F22AE0A728}" type="presOf" srcId="{BA485986-7F8B-4A8E-A502-CFD6145AF384}" destId="{73965FC2-22F0-46B4-9485-95C5CC50B678}" srcOrd="0" destOrd="0" presId="urn:microsoft.com/office/officeart/2018/2/layout/IconCircleList"/>
    <dgm:cxn modelId="{05FF3866-9DD9-42D6-9BC6-3E3E7401F47C}" type="presOf" srcId="{F91D3D14-899B-4CD7-9E99-4A5B3FA5A903}" destId="{A99341D0-E095-4406-92A2-DEEA7CB57898}" srcOrd="0" destOrd="0" presId="urn:microsoft.com/office/officeart/2018/2/layout/IconCircleList"/>
    <dgm:cxn modelId="{D1ED4867-DA57-42C6-AF16-A5EC51F3DFFD}" type="presOf" srcId="{BDD96C1F-1B10-45FA-BA56-BE54BCC5F1EA}" destId="{BA8CBA57-09D6-48EA-811E-8CFC882F1282}" srcOrd="0" destOrd="0" presId="urn:microsoft.com/office/officeart/2018/2/layout/IconCircleList"/>
    <dgm:cxn modelId="{07A7AC4F-9603-41B3-A7A8-A00AC2F37E10}" type="presOf" srcId="{FF434B21-A099-476A-87E3-982789501176}" destId="{55610F43-6F43-42A9-81AE-C5A1B732C417}" srcOrd="0" destOrd="0" presId="urn:microsoft.com/office/officeart/2018/2/layout/IconCircleList"/>
    <dgm:cxn modelId="{BC54DD73-9D33-45F2-95F2-7616E952B136}" type="presOf" srcId="{D28319F5-30FC-44DB-8ED8-53FE82B2D434}" destId="{06AA8678-F56A-4D62-9D03-9B326124C21C}" srcOrd="0" destOrd="0" presId="urn:microsoft.com/office/officeart/2018/2/layout/IconCircleList"/>
    <dgm:cxn modelId="{1973975A-4A22-48B2-84F8-AC2794861982}" type="presOf" srcId="{135CF731-272E-4EC5-A5BA-29B4976948C8}" destId="{9B4A6547-1399-4CFD-8BAD-25FD3607F9E3}" srcOrd="0" destOrd="0" presId="urn:microsoft.com/office/officeart/2018/2/layout/IconCircleList"/>
    <dgm:cxn modelId="{AD54077E-9B35-431A-9175-1050E9F66907}" srcId="{69C7D489-6A6F-4F6E-8C95-FCA41480E41B}" destId="{0EC6E04A-241C-435C-B4BF-10BCCB611633}" srcOrd="0" destOrd="0" parTransId="{52BC0EAB-528A-4BC1-9F4B-C766C8D8B2C7}" sibTransId="{E45166E2-D83E-41C5-AB5D-FB21348E6844}"/>
    <dgm:cxn modelId="{11939D82-F8BC-46C2-AE4E-643283025578}" type="presOf" srcId="{4AB4A07A-B4DB-40A6-AA7F-A6612E6F6F79}" destId="{416867C2-81FC-4E2A-A70D-EEA243CAE936}" srcOrd="0" destOrd="0" presId="urn:microsoft.com/office/officeart/2018/2/layout/IconCircleList"/>
    <dgm:cxn modelId="{1A9C418A-3222-465C-A314-205D8E88220F}" type="presOf" srcId="{B02B53DC-30B1-4E05-8E14-47A2A8930955}" destId="{C43B7A33-06F9-423B-A239-9F298D88036A}" srcOrd="0" destOrd="0" presId="urn:microsoft.com/office/officeart/2018/2/layout/IconCircleList"/>
    <dgm:cxn modelId="{8C58688D-C071-4D39-97E8-387D6C070BD5}" srcId="{69C7D489-6A6F-4F6E-8C95-FCA41480E41B}" destId="{F91D3D14-899B-4CD7-9E99-4A5B3FA5A903}" srcOrd="5" destOrd="0" parTransId="{9DFECF3B-9102-41A8-95DE-E37BB3E003C2}" sibTransId="{FF434B21-A099-476A-87E3-982789501176}"/>
    <dgm:cxn modelId="{427B5491-28A6-42E4-AC1A-370A212B312B}" type="presOf" srcId="{69C7D489-6A6F-4F6E-8C95-FCA41480E41B}" destId="{77E1FED0-72C7-4DB6-9B60-EFCDA422E15F}" srcOrd="0" destOrd="0" presId="urn:microsoft.com/office/officeart/2018/2/layout/IconCircleList"/>
    <dgm:cxn modelId="{DD7B5BA0-E1D7-483C-B1D1-3D0E8E85CC3A}" srcId="{69C7D489-6A6F-4F6E-8C95-FCA41480E41B}" destId="{135CF731-272E-4EC5-A5BA-29B4976948C8}" srcOrd="2" destOrd="0" parTransId="{4C4D4C6A-E8F2-40ED-A28C-D744CAEA2E9E}" sibTransId="{4AB4A07A-B4DB-40A6-AA7F-A6612E6F6F79}"/>
    <dgm:cxn modelId="{F18DEAB3-5CA0-4932-A4CA-1988314444A6}" srcId="{69C7D489-6A6F-4F6E-8C95-FCA41480E41B}" destId="{B02B53DC-30B1-4E05-8E14-47A2A8930955}" srcOrd="4" destOrd="0" parTransId="{81598418-D70E-403E-B1B4-30A84E2D38E0}" sibTransId="{BA485986-7F8B-4A8E-A502-CFD6145AF384}"/>
    <dgm:cxn modelId="{4D8755C5-F041-4C96-9AC5-4F6DE38E448B}" type="presOf" srcId="{815211A4-1289-48C4-91D5-9A7BF992EDAF}" destId="{7904DDD0-CDCF-41BA-AAE3-13FF6E485B90}" srcOrd="0" destOrd="0" presId="urn:microsoft.com/office/officeart/2018/2/layout/IconCircleList"/>
    <dgm:cxn modelId="{3BF3FFC6-AF46-4CB4-8149-824B8E4B6830}" type="presOf" srcId="{2D33966B-7314-4211-9215-7B0BCD060426}" destId="{5542D81A-DBEC-4FCC-A7E3-F8C42A6C1925}" srcOrd="0" destOrd="0" presId="urn:microsoft.com/office/officeart/2018/2/layout/IconCircleList"/>
    <dgm:cxn modelId="{7EF4A5DA-E631-4539-A944-5D691DFB7E19}" srcId="{69C7D489-6A6F-4F6E-8C95-FCA41480E41B}" destId="{815211A4-1289-48C4-91D5-9A7BF992EDAF}" srcOrd="6" destOrd="0" parTransId="{4099A616-C1DD-4D46-940E-55B65BC607CB}" sibTransId="{366DA767-83CA-4FA2-992A-596A618FD4CE}"/>
    <dgm:cxn modelId="{F486DFFD-64A5-461B-B933-06DA1CFBE6F1}" type="presOf" srcId="{E45166E2-D83E-41C5-AB5D-FB21348E6844}" destId="{FA6D29F9-402A-4776-A223-B6F57CDC83AF}" srcOrd="0" destOrd="0" presId="urn:microsoft.com/office/officeart/2018/2/layout/IconCircleList"/>
    <dgm:cxn modelId="{DD95ECFF-CEDA-40E5-BD26-A6C988F77958}" type="presOf" srcId="{6D1510C9-A9F1-4D22-83EB-CE6E4650558C}" destId="{9563D644-4E03-40D1-835F-53607FE63D7F}" srcOrd="0" destOrd="0" presId="urn:microsoft.com/office/officeart/2018/2/layout/IconCircleList"/>
    <dgm:cxn modelId="{DA3454D2-F647-473F-888A-37B1B7B27769}" type="presParOf" srcId="{77E1FED0-72C7-4DB6-9B60-EFCDA422E15F}" destId="{27A4EC41-C68D-4CCC-AE1D-E2350B912661}" srcOrd="0" destOrd="0" presId="urn:microsoft.com/office/officeart/2018/2/layout/IconCircleList"/>
    <dgm:cxn modelId="{5B7D79F5-7594-4952-ACB8-442E0D673E4D}" type="presParOf" srcId="{27A4EC41-C68D-4CCC-AE1D-E2350B912661}" destId="{4C85249F-3460-4EBF-967D-BF3B6899DF4B}" srcOrd="0" destOrd="0" presId="urn:microsoft.com/office/officeart/2018/2/layout/IconCircleList"/>
    <dgm:cxn modelId="{783F7867-3594-4DFE-A2DA-5D57B7B826E6}" type="presParOf" srcId="{4C85249F-3460-4EBF-967D-BF3B6899DF4B}" destId="{2F96E635-43D6-4F94-B205-6261523A3504}" srcOrd="0" destOrd="0" presId="urn:microsoft.com/office/officeart/2018/2/layout/IconCircleList"/>
    <dgm:cxn modelId="{9B75E5B9-B727-4F2C-B3A5-154DE3195D6F}" type="presParOf" srcId="{4C85249F-3460-4EBF-967D-BF3B6899DF4B}" destId="{15B29F86-7741-485D-A8CF-4CB26A1696B0}" srcOrd="1" destOrd="0" presId="urn:microsoft.com/office/officeart/2018/2/layout/IconCircleList"/>
    <dgm:cxn modelId="{9580EBC3-5581-4D7D-9D75-18EB1D070AB3}" type="presParOf" srcId="{4C85249F-3460-4EBF-967D-BF3B6899DF4B}" destId="{C85F1AB3-5A99-48B0-97B6-2264FA37E51C}" srcOrd="2" destOrd="0" presId="urn:microsoft.com/office/officeart/2018/2/layout/IconCircleList"/>
    <dgm:cxn modelId="{5FA4CE2B-DBBD-4B64-8F0B-868369EFEEDC}" type="presParOf" srcId="{4C85249F-3460-4EBF-967D-BF3B6899DF4B}" destId="{573FAA56-C668-470D-BC20-BBE0502FF2D0}" srcOrd="3" destOrd="0" presId="urn:microsoft.com/office/officeart/2018/2/layout/IconCircleList"/>
    <dgm:cxn modelId="{6947DE2C-D5D2-4897-A87D-020A789CF339}" type="presParOf" srcId="{27A4EC41-C68D-4CCC-AE1D-E2350B912661}" destId="{FA6D29F9-402A-4776-A223-B6F57CDC83AF}" srcOrd="1" destOrd="0" presId="urn:microsoft.com/office/officeart/2018/2/layout/IconCircleList"/>
    <dgm:cxn modelId="{4DABEF31-FC02-4177-A955-771FE0278AC5}" type="presParOf" srcId="{27A4EC41-C68D-4CCC-AE1D-E2350B912661}" destId="{1087A9C6-EC00-4A51-8874-48E35AC1F5A8}" srcOrd="2" destOrd="0" presId="urn:microsoft.com/office/officeart/2018/2/layout/IconCircleList"/>
    <dgm:cxn modelId="{11E22853-5F82-4E77-A7C2-D31C47095B6B}" type="presParOf" srcId="{1087A9C6-EC00-4A51-8874-48E35AC1F5A8}" destId="{BE480E7C-2330-4B17-867C-B7B5ABFD045A}" srcOrd="0" destOrd="0" presId="urn:microsoft.com/office/officeart/2018/2/layout/IconCircleList"/>
    <dgm:cxn modelId="{FE276968-C8AE-4D28-ABE5-0CC0E613741C}" type="presParOf" srcId="{1087A9C6-EC00-4A51-8874-48E35AC1F5A8}" destId="{FE3325EB-F24F-4C3A-8AC7-25AE5483919C}" srcOrd="1" destOrd="0" presId="urn:microsoft.com/office/officeart/2018/2/layout/IconCircleList"/>
    <dgm:cxn modelId="{A5DC9C5D-397D-4A20-8D52-446C5CB04519}" type="presParOf" srcId="{1087A9C6-EC00-4A51-8874-48E35AC1F5A8}" destId="{1BE76131-104B-4409-9516-78AF965FFC22}" srcOrd="2" destOrd="0" presId="urn:microsoft.com/office/officeart/2018/2/layout/IconCircleList"/>
    <dgm:cxn modelId="{06EFD168-99C6-43A5-955E-C4E203D1881B}" type="presParOf" srcId="{1087A9C6-EC00-4A51-8874-48E35AC1F5A8}" destId="{9563D644-4E03-40D1-835F-53607FE63D7F}" srcOrd="3" destOrd="0" presId="urn:microsoft.com/office/officeart/2018/2/layout/IconCircleList"/>
    <dgm:cxn modelId="{8C8EDEA6-6AF8-477D-A846-8E90EF4903FF}" type="presParOf" srcId="{27A4EC41-C68D-4CCC-AE1D-E2350B912661}" destId="{5542D81A-DBEC-4FCC-A7E3-F8C42A6C1925}" srcOrd="3" destOrd="0" presId="urn:microsoft.com/office/officeart/2018/2/layout/IconCircleList"/>
    <dgm:cxn modelId="{A55224CA-F7C9-482D-AFC3-1384BB9EE9A7}" type="presParOf" srcId="{27A4EC41-C68D-4CCC-AE1D-E2350B912661}" destId="{3B439485-284C-4E8A-8586-916DF8B6341B}" srcOrd="4" destOrd="0" presId="urn:microsoft.com/office/officeart/2018/2/layout/IconCircleList"/>
    <dgm:cxn modelId="{12B696CE-8982-4BD6-856C-92EE871AA2B7}" type="presParOf" srcId="{3B439485-284C-4E8A-8586-916DF8B6341B}" destId="{231FBB0D-ADC8-4724-91A0-06DE41E7062B}" srcOrd="0" destOrd="0" presId="urn:microsoft.com/office/officeart/2018/2/layout/IconCircleList"/>
    <dgm:cxn modelId="{35D890E0-8EBF-44C5-A968-7B63289C00D6}" type="presParOf" srcId="{3B439485-284C-4E8A-8586-916DF8B6341B}" destId="{BEA5B070-5A7A-42E7-9BA4-0DEEA013EDA8}" srcOrd="1" destOrd="0" presId="urn:microsoft.com/office/officeart/2018/2/layout/IconCircleList"/>
    <dgm:cxn modelId="{314B3402-01F6-4DCD-9B58-4A4D3B0924F8}" type="presParOf" srcId="{3B439485-284C-4E8A-8586-916DF8B6341B}" destId="{ABB673C4-F6BB-4CD7-9E51-233D2C6E6AF1}" srcOrd="2" destOrd="0" presId="urn:microsoft.com/office/officeart/2018/2/layout/IconCircleList"/>
    <dgm:cxn modelId="{93A7D110-464D-4C18-9A0D-6CE32702D8DF}" type="presParOf" srcId="{3B439485-284C-4E8A-8586-916DF8B6341B}" destId="{9B4A6547-1399-4CFD-8BAD-25FD3607F9E3}" srcOrd="3" destOrd="0" presId="urn:microsoft.com/office/officeart/2018/2/layout/IconCircleList"/>
    <dgm:cxn modelId="{8ABA2C61-DD32-48E7-BA82-6D5DEB7D2596}" type="presParOf" srcId="{27A4EC41-C68D-4CCC-AE1D-E2350B912661}" destId="{416867C2-81FC-4E2A-A70D-EEA243CAE936}" srcOrd="5" destOrd="0" presId="urn:microsoft.com/office/officeart/2018/2/layout/IconCircleList"/>
    <dgm:cxn modelId="{F7482120-D2C1-44A4-B207-C643CB2EB9FC}" type="presParOf" srcId="{27A4EC41-C68D-4CCC-AE1D-E2350B912661}" destId="{A058FFC6-76BA-42D8-98C1-70B18EE1C7D2}" srcOrd="6" destOrd="0" presId="urn:microsoft.com/office/officeart/2018/2/layout/IconCircleList"/>
    <dgm:cxn modelId="{99550F46-5861-40E6-9E15-4D530A9E990A}" type="presParOf" srcId="{A058FFC6-76BA-42D8-98C1-70B18EE1C7D2}" destId="{602A0308-23A9-4CD8-92C6-8C6F107DAACA}" srcOrd="0" destOrd="0" presId="urn:microsoft.com/office/officeart/2018/2/layout/IconCircleList"/>
    <dgm:cxn modelId="{4C038F9E-AC19-48E9-8B78-49B876601689}" type="presParOf" srcId="{A058FFC6-76BA-42D8-98C1-70B18EE1C7D2}" destId="{5872E283-5A9F-46E6-B24F-223663DFC0ED}" srcOrd="1" destOrd="0" presId="urn:microsoft.com/office/officeart/2018/2/layout/IconCircleList"/>
    <dgm:cxn modelId="{28E5096A-103B-4972-93AC-9416FA581FB8}" type="presParOf" srcId="{A058FFC6-76BA-42D8-98C1-70B18EE1C7D2}" destId="{A9CD731B-0EFC-4C16-A380-35CA95BD906B}" srcOrd="2" destOrd="0" presId="urn:microsoft.com/office/officeart/2018/2/layout/IconCircleList"/>
    <dgm:cxn modelId="{F09BBA7F-1356-4C34-84A9-1A39615BC1DB}" type="presParOf" srcId="{A058FFC6-76BA-42D8-98C1-70B18EE1C7D2}" destId="{BA8CBA57-09D6-48EA-811E-8CFC882F1282}" srcOrd="3" destOrd="0" presId="urn:microsoft.com/office/officeart/2018/2/layout/IconCircleList"/>
    <dgm:cxn modelId="{2390E1FA-5527-4EC5-99DA-8F67588E348E}" type="presParOf" srcId="{27A4EC41-C68D-4CCC-AE1D-E2350B912661}" destId="{06AA8678-F56A-4D62-9D03-9B326124C21C}" srcOrd="7" destOrd="0" presId="urn:microsoft.com/office/officeart/2018/2/layout/IconCircleList"/>
    <dgm:cxn modelId="{944717B6-2F58-498B-9C77-8BD91C533622}" type="presParOf" srcId="{27A4EC41-C68D-4CCC-AE1D-E2350B912661}" destId="{F1DF1FB5-7AFD-4AFF-A666-33E201C2A69B}" srcOrd="8" destOrd="0" presId="urn:microsoft.com/office/officeart/2018/2/layout/IconCircleList"/>
    <dgm:cxn modelId="{70AB8016-B177-4228-BB7E-EE9E426B8FAA}" type="presParOf" srcId="{F1DF1FB5-7AFD-4AFF-A666-33E201C2A69B}" destId="{326B2C4A-9F43-45AD-B66C-9CDED9E4FB63}" srcOrd="0" destOrd="0" presId="urn:microsoft.com/office/officeart/2018/2/layout/IconCircleList"/>
    <dgm:cxn modelId="{86D78A88-1357-4857-AAE2-AFA77316D301}" type="presParOf" srcId="{F1DF1FB5-7AFD-4AFF-A666-33E201C2A69B}" destId="{7A851463-133D-4CE6-A646-93FEEF86D822}" srcOrd="1" destOrd="0" presId="urn:microsoft.com/office/officeart/2018/2/layout/IconCircleList"/>
    <dgm:cxn modelId="{0B2FC7F4-E196-4C21-87DB-A8444AE3D6E2}" type="presParOf" srcId="{F1DF1FB5-7AFD-4AFF-A666-33E201C2A69B}" destId="{D685D3AA-4E4C-4042-A095-117C464317FC}" srcOrd="2" destOrd="0" presId="urn:microsoft.com/office/officeart/2018/2/layout/IconCircleList"/>
    <dgm:cxn modelId="{779EDAC5-A765-405A-9D9B-B51521B2E037}" type="presParOf" srcId="{F1DF1FB5-7AFD-4AFF-A666-33E201C2A69B}" destId="{C43B7A33-06F9-423B-A239-9F298D88036A}" srcOrd="3" destOrd="0" presId="urn:microsoft.com/office/officeart/2018/2/layout/IconCircleList"/>
    <dgm:cxn modelId="{6D9D169D-5B21-45EF-AD3A-921BDC4E7C3A}" type="presParOf" srcId="{27A4EC41-C68D-4CCC-AE1D-E2350B912661}" destId="{73965FC2-22F0-46B4-9485-95C5CC50B678}" srcOrd="9" destOrd="0" presId="urn:microsoft.com/office/officeart/2018/2/layout/IconCircleList"/>
    <dgm:cxn modelId="{001500C1-27D5-4C3C-BE32-2BC948446E94}" type="presParOf" srcId="{27A4EC41-C68D-4CCC-AE1D-E2350B912661}" destId="{EA363C4B-6780-435F-AF6E-5764F985CE3B}" srcOrd="10" destOrd="0" presId="urn:microsoft.com/office/officeart/2018/2/layout/IconCircleList"/>
    <dgm:cxn modelId="{4D066DAB-31F0-4DC7-B9DB-3AD46999D9AD}" type="presParOf" srcId="{EA363C4B-6780-435F-AF6E-5764F985CE3B}" destId="{8438ED5B-4486-4B9B-BCCF-3AE09967A7CB}" srcOrd="0" destOrd="0" presId="urn:microsoft.com/office/officeart/2018/2/layout/IconCircleList"/>
    <dgm:cxn modelId="{AF5CD2ED-9D85-4DCE-8460-051F8853B169}" type="presParOf" srcId="{EA363C4B-6780-435F-AF6E-5764F985CE3B}" destId="{63A7862C-17C6-4469-8867-E9BCB28CDCFF}" srcOrd="1" destOrd="0" presId="urn:microsoft.com/office/officeart/2018/2/layout/IconCircleList"/>
    <dgm:cxn modelId="{79986054-8B4A-4559-8B94-960122A871E4}" type="presParOf" srcId="{EA363C4B-6780-435F-AF6E-5764F985CE3B}" destId="{8F0C425B-5914-44F8-89A7-598F78913FC0}" srcOrd="2" destOrd="0" presId="urn:microsoft.com/office/officeart/2018/2/layout/IconCircleList"/>
    <dgm:cxn modelId="{2A23A022-F17B-4F5E-B743-434FE0F6AEC9}" type="presParOf" srcId="{EA363C4B-6780-435F-AF6E-5764F985CE3B}" destId="{A99341D0-E095-4406-92A2-DEEA7CB57898}" srcOrd="3" destOrd="0" presId="urn:microsoft.com/office/officeart/2018/2/layout/IconCircleList"/>
    <dgm:cxn modelId="{6BF4ECA1-393F-46A4-8912-68EEDDACE81B}" type="presParOf" srcId="{27A4EC41-C68D-4CCC-AE1D-E2350B912661}" destId="{55610F43-6F43-42A9-81AE-C5A1B732C417}" srcOrd="11" destOrd="0" presId="urn:microsoft.com/office/officeart/2018/2/layout/IconCircleList"/>
    <dgm:cxn modelId="{39411F08-7D89-4981-92B1-0C3FB9DC6504}" type="presParOf" srcId="{27A4EC41-C68D-4CCC-AE1D-E2350B912661}" destId="{E6E7E4CD-FB94-4821-9C42-1149DFB421E5}" srcOrd="12" destOrd="0" presId="urn:microsoft.com/office/officeart/2018/2/layout/IconCircleList"/>
    <dgm:cxn modelId="{418611C1-D472-47DE-8ECB-421E88B99470}" type="presParOf" srcId="{E6E7E4CD-FB94-4821-9C42-1149DFB421E5}" destId="{9D540DE2-1CDA-47C3-8928-35B5B81D3FF9}" srcOrd="0" destOrd="0" presId="urn:microsoft.com/office/officeart/2018/2/layout/IconCircleList"/>
    <dgm:cxn modelId="{12E72599-0F8B-48F5-B3B3-93CD94C9E388}" type="presParOf" srcId="{E6E7E4CD-FB94-4821-9C42-1149DFB421E5}" destId="{603564CB-A25A-4D49-8582-E19E7324ED8D}" srcOrd="1" destOrd="0" presId="urn:microsoft.com/office/officeart/2018/2/layout/IconCircleList"/>
    <dgm:cxn modelId="{FBC2BDEE-94D2-484B-B38D-27D5E41AE87E}" type="presParOf" srcId="{E6E7E4CD-FB94-4821-9C42-1149DFB421E5}" destId="{EB4F326E-0B8F-4607-AD87-12FDD3F7A8F3}" srcOrd="2" destOrd="0" presId="urn:microsoft.com/office/officeart/2018/2/layout/IconCircleList"/>
    <dgm:cxn modelId="{577A33FF-F9E3-403D-9F63-C0C753288020}" type="presParOf" srcId="{E6E7E4CD-FB94-4821-9C42-1149DFB421E5}" destId="{7904DDD0-CDCF-41BA-AAE3-13FF6E485B9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96E635-43D6-4F94-B205-6261523A3504}">
      <dsp:nvSpPr>
        <dsp:cNvPr id="0" name=""/>
        <dsp:cNvSpPr/>
      </dsp:nvSpPr>
      <dsp:spPr>
        <a:xfrm>
          <a:off x="504309" y="43226"/>
          <a:ext cx="824134" cy="824134"/>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B29F86-7741-485D-A8CF-4CB26A1696B0}">
      <dsp:nvSpPr>
        <dsp:cNvPr id="0" name=""/>
        <dsp:cNvSpPr/>
      </dsp:nvSpPr>
      <dsp:spPr>
        <a:xfrm>
          <a:off x="677378" y="216294"/>
          <a:ext cx="477998" cy="4779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3FAA56-C668-470D-BC20-BBE0502FF2D0}">
      <dsp:nvSpPr>
        <dsp:cNvPr id="0" name=""/>
        <dsp:cNvSpPr/>
      </dsp:nvSpPr>
      <dsp:spPr>
        <a:xfrm>
          <a:off x="1505044" y="43226"/>
          <a:ext cx="1942602" cy="824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b="1" i="0" kern="1200" baseline="0"/>
            <a:t>Structural Health Monitoring:</a:t>
          </a:r>
          <a:r>
            <a:rPr lang="en-US" sz="1200" b="0" i="0" kern="1200" baseline="0"/>
            <a:t> AI models analyze sensor data to detect early damage.</a:t>
          </a:r>
          <a:endParaRPr lang="en-US" sz="1200" kern="1200"/>
        </a:p>
      </dsp:txBody>
      <dsp:txXfrm>
        <a:off x="1505044" y="43226"/>
        <a:ext cx="1942602" cy="824134"/>
      </dsp:txXfrm>
    </dsp:sp>
    <dsp:sp modelId="{BE480E7C-2330-4B17-867C-B7B5ABFD045A}">
      <dsp:nvSpPr>
        <dsp:cNvPr id="0" name=""/>
        <dsp:cNvSpPr/>
      </dsp:nvSpPr>
      <dsp:spPr>
        <a:xfrm>
          <a:off x="3786131" y="43226"/>
          <a:ext cx="824134" cy="824134"/>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3325EB-F24F-4C3A-8AC7-25AE5483919C}">
      <dsp:nvSpPr>
        <dsp:cNvPr id="0" name=""/>
        <dsp:cNvSpPr/>
      </dsp:nvSpPr>
      <dsp:spPr>
        <a:xfrm>
          <a:off x="3959199" y="216294"/>
          <a:ext cx="477998" cy="4779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63D644-4E03-40D1-835F-53607FE63D7F}">
      <dsp:nvSpPr>
        <dsp:cNvPr id="0" name=""/>
        <dsp:cNvSpPr/>
      </dsp:nvSpPr>
      <dsp:spPr>
        <a:xfrm>
          <a:off x="4786866" y="43226"/>
          <a:ext cx="1942602" cy="824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b="1" i="0" kern="1200" baseline="0"/>
            <a:t>Construction Scheduling:</a:t>
          </a:r>
          <a:r>
            <a:rPr lang="en-US" sz="1200" b="0" i="0" kern="1200" baseline="0"/>
            <a:t> Machine learning optimizes timelines and adapts to delays.</a:t>
          </a:r>
          <a:endParaRPr lang="en-US" sz="1200" kern="1200"/>
        </a:p>
      </dsp:txBody>
      <dsp:txXfrm>
        <a:off x="4786866" y="43226"/>
        <a:ext cx="1942602" cy="824134"/>
      </dsp:txXfrm>
    </dsp:sp>
    <dsp:sp modelId="{231FBB0D-ADC8-4724-91A0-06DE41E7062B}">
      <dsp:nvSpPr>
        <dsp:cNvPr id="0" name=""/>
        <dsp:cNvSpPr/>
      </dsp:nvSpPr>
      <dsp:spPr>
        <a:xfrm>
          <a:off x="7067952" y="43226"/>
          <a:ext cx="824134" cy="824134"/>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A5B070-5A7A-42E7-9BA4-0DEEA013EDA8}">
      <dsp:nvSpPr>
        <dsp:cNvPr id="0" name=""/>
        <dsp:cNvSpPr/>
      </dsp:nvSpPr>
      <dsp:spPr>
        <a:xfrm>
          <a:off x="7241020" y="216294"/>
          <a:ext cx="477998" cy="4779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4A6547-1399-4CFD-8BAD-25FD3607F9E3}">
      <dsp:nvSpPr>
        <dsp:cNvPr id="0" name=""/>
        <dsp:cNvSpPr/>
      </dsp:nvSpPr>
      <dsp:spPr>
        <a:xfrm>
          <a:off x="8068687" y="43226"/>
          <a:ext cx="1942602" cy="824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b="1" i="0" kern="1200" baseline="0"/>
            <a:t>Flood &amp; Drought Forecasting:</a:t>
          </a:r>
          <a:r>
            <a:rPr lang="en-US" sz="1200" b="0" i="0" kern="1200" baseline="0"/>
            <a:t> Hybrid AI–physics models improve water risk predictions.</a:t>
          </a:r>
          <a:endParaRPr lang="en-US" sz="1200" kern="1200"/>
        </a:p>
      </dsp:txBody>
      <dsp:txXfrm>
        <a:off x="8068687" y="43226"/>
        <a:ext cx="1942602" cy="824134"/>
      </dsp:txXfrm>
    </dsp:sp>
    <dsp:sp modelId="{602A0308-23A9-4CD8-92C6-8C6F107DAACA}">
      <dsp:nvSpPr>
        <dsp:cNvPr id="0" name=""/>
        <dsp:cNvSpPr/>
      </dsp:nvSpPr>
      <dsp:spPr>
        <a:xfrm>
          <a:off x="504309" y="1526460"/>
          <a:ext cx="824134" cy="824134"/>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72E283-5A9F-46E6-B24F-223663DFC0ED}">
      <dsp:nvSpPr>
        <dsp:cNvPr id="0" name=""/>
        <dsp:cNvSpPr/>
      </dsp:nvSpPr>
      <dsp:spPr>
        <a:xfrm>
          <a:off x="677378" y="1699528"/>
          <a:ext cx="477998" cy="4779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A8CBA57-09D6-48EA-811E-8CFC882F1282}">
      <dsp:nvSpPr>
        <dsp:cNvPr id="0" name=""/>
        <dsp:cNvSpPr/>
      </dsp:nvSpPr>
      <dsp:spPr>
        <a:xfrm>
          <a:off x="1505044" y="1526460"/>
          <a:ext cx="1942602" cy="824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b="1" kern="1200"/>
            <a:t>Generative Design:</a:t>
          </a:r>
          <a:r>
            <a:rPr lang="en-US" sz="1200" kern="1200"/>
            <a:t> AI explores thousands of design options for optimal efficiency.</a:t>
          </a:r>
        </a:p>
      </dsp:txBody>
      <dsp:txXfrm>
        <a:off x="1505044" y="1526460"/>
        <a:ext cx="1942602" cy="824134"/>
      </dsp:txXfrm>
    </dsp:sp>
    <dsp:sp modelId="{326B2C4A-9F43-45AD-B66C-9CDED9E4FB63}">
      <dsp:nvSpPr>
        <dsp:cNvPr id="0" name=""/>
        <dsp:cNvSpPr/>
      </dsp:nvSpPr>
      <dsp:spPr>
        <a:xfrm>
          <a:off x="3786131" y="1526460"/>
          <a:ext cx="824134" cy="824134"/>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851463-133D-4CE6-A646-93FEEF86D822}">
      <dsp:nvSpPr>
        <dsp:cNvPr id="0" name=""/>
        <dsp:cNvSpPr/>
      </dsp:nvSpPr>
      <dsp:spPr>
        <a:xfrm>
          <a:off x="3959199" y="1699528"/>
          <a:ext cx="477998" cy="4779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3B7A33-06F9-423B-A239-9F298D88036A}">
      <dsp:nvSpPr>
        <dsp:cNvPr id="0" name=""/>
        <dsp:cNvSpPr/>
      </dsp:nvSpPr>
      <dsp:spPr>
        <a:xfrm>
          <a:off x="4786866" y="1526460"/>
          <a:ext cx="1942602" cy="824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b="1" kern="1200"/>
            <a:t>Automated Quality Inspection:</a:t>
          </a:r>
          <a:r>
            <a:rPr lang="en-US" sz="1200" kern="1200"/>
            <a:t> Computer-vision systems spot defects in concrete and welds.</a:t>
          </a:r>
        </a:p>
      </dsp:txBody>
      <dsp:txXfrm>
        <a:off x="4786866" y="1526460"/>
        <a:ext cx="1942602" cy="824134"/>
      </dsp:txXfrm>
    </dsp:sp>
    <dsp:sp modelId="{8438ED5B-4486-4B9B-BCCF-3AE09967A7CB}">
      <dsp:nvSpPr>
        <dsp:cNvPr id="0" name=""/>
        <dsp:cNvSpPr/>
      </dsp:nvSpPr>
      <dsp:spPr>
        <a:xfrm>
          <a:off x="7067952" y="1526460"/>
          <a:ext cx="824134" cy="824134"/>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A7862C-17C6-4469-8867-E9BCB28CDCFF}">
      <dsp:nvSpPr>
        <dsp:cNvPr id="0" name=""/>
        <dsp:cNvSpPr/>
      </dsp:nvSpPr>
      <dsp:spPr>
        <a:xfrm>
          <a:off x="7241020" y="1699528"/>
          <a:ext cx="477998" cy="4779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9341D0-E095-4406-92A2-DEEA7CB57898}">
      <dsp:nvSpPr>
        <dsp:cNvPr id="0" name=""/>
        <dsp:cNvSpPr/>
      </dsp:nvSpPr>
      <dsp:spPr>
        <a:xfrm>
          <a:off x="8068687" y="1526460"/>
          <a:ext cx="1942602" cy="824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b="1" kern="1200"/>
            <a:t>BIM Enhancement:</a:t>
          </a:r>
          <a:r>
            <a:rPr lang="en-US" sz="1200" kern="1200"/>
            <a:t> AI enriches Building Information Models with predictive cost and clash detection.</a:t>
          </a:r>
        </a:p>
      </dsp:txBody>
      <dsp:txXfrm>
        <a:off x="8068687" y="1526460"/>
        <a:ext cx="1942602" cy="824134"/>
      </dsp:txXfrm>
    </dsp:sp>
    <dsp:sp modelId="{9D540DE2-1CDA-47C3-8928-35B5B81D3FF9}">
      <dsp:nvSpPr>
        <dsp:cNvPr id="0" name=""/>
        <dsp:cNvSpPr/>
      </dsp:nvSpPr>
      <dsp:spPr>
        <a:xfrm>
          <a:off x="504309" y="3009694"/>
          <a:ext cx="824134" cy="824134"/>
        </a:xfrm>
        <a:prstGeom prst="ellipse">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3564CB-A25A-4D49-8582-E19E7324ED8D}">
      <dsp:nvSpPr>
        <dsp:cNvPr id="0" name=""/>
        <dsp:cNvSpPr/>
      </dsp:nvSpPr>
      <dsp:spPr>
        <a:xfrm>
          <a:off x="677378" y="3182763"/>
          <a:ext cx="477998" cy="4779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04DDD0-CDCF-41BA-AAE3-13FF6E485B90}">
      <dsp:nvSpPr>
        <dsp:cNvPr id="0" name=""/>
        <dsp:cNvSpPr/>
      </dsp:nvSpPr>
      <dsp:spPr>
        <a:xfrm>
          <a:off x="1505044" y="3009694"/>
          <a:ext cx="1942602" cy="8241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b="1" kern="1200"/>
            <a:t>Traffic Flow Optimization:</a:t>
          </a:r>
          <a:r>
            <a:rPr lang="en-US" sz="1200" kern="1200"/>
            <a:t> AI analyzes real‑time data to adjust signals and reduce congestion.</a:t>
          </a:r>
        </a:p>
      </dsp:txBody>
      <dsp:txXfrm>
        <a:off x="1505044" y="3009694"/>
        <a:ext cx="1942602" cy="82413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Sagona" panose="02010004040101010103" pitchFamily="2" charset="0"/>
            </a:endParaRPr>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latin typeface="Sagona" panose="02010004040101010103" pitchFamily="2" charset="0"/>
              </a:rPr>
              <a:t>2026-07-23</a:t>
            </a:fld>
            <a:endParaRPr lang="en-US" dirty="0">
              <a:latin typeface="Sagona" panose="02010004040101010103" pitchFamily="2" charset="0"/>
            </a:endParaRPr>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Sagona" panose="02010004040101010103" pitchFamily="2" charset="0"/>
            </a:endParaRPr>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latin typeface="Sagona" panose="02010004040101010103" pitchFamily="2" charset="0"/>
              </a:rPr>
              <a:t>‹#›</a:t>
            </a:fld>
            <a:endParaRPr lang="en-US" dirty="0">
              <a:latin typeface="Sagona" panose="02010004040101010103" pitchFamily="2" charset="0"/>
            </a:endParaRPr>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Sagona" panose="02010004040101010103"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Sagona" panose="02010004040101010103" pitchFamily="2" charset="0"/>
              </a:defRPr>
            </a:lvl1pPr>
          </a:lstStyle>
          <a:p>
            <a:fld id="{F2AE225E-43E0-7047-8ADB-DD9EBB41B4D0}" type="datetimeFigureOut">
              <a:rPr lang="en-US" smtClean="0"/>
              <a:pPr/>
              <a:t>2026-07-23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Sagona" panose="02010004040101010103"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Sagona" panose="02010004040101010103" pitchFamily="2" charset="0"/>
              </a:defRPr>
            </a:lvl1pPr>
          </a:lstStyle>
          <a:p>
            <a:fld id="{7C366290-4595-5745-A50F-D5EC13BAC604}" type="slidenum">
              <a:rPr lang="en-US" smtClean="0"/>
              <a:pPr/>
              <a:t>‹#›</a:t>
            </a:fld>
            <a:endParaRPr lang="en-US"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agona" panose="02010004040101010103" pitchFamily="2" charset="0"/>
        <a:ea typeface="+mn-ea"/>
        <a:cs typeface="+mn-cs"/>
      </a:defRPr>
    </a:lvl1pPr>
    <a:lvl2pPr marL="457200" algn="l" defTabSz="914400" rtl="0" eaLnBrk="1" latinLnBrk="0" hangingPunct="1">
      <a:defRPr sz="1200" kern="1200">
        <a:solidFill>
          <a:schemeClr val="tx1"/>
        </a:solidFill>
        <a:latin typeface="Sagona" panose="02010004040101010103" pitchFamily="2" charset="0"/>
        <a:ea typeface="+mn-ea"/>
        <a:cs typeface="+mn-cs"/>
      </a:defRPr>
    </a:lvl2pPr>
    <a:lvl3pPr marL="914400" algn="l" defTabSz="914400" rtl="0" eaLnBrk="1" latinLnBrk="0" hangingPunct="1">
      <a:defRPr sz="1200" kern="1200">
        <a:solidFill>
          <a:schemeClr val="tx1"/>
        </a:solidFill>
        <a:latin typeface="Sagona" panose="02010004040101010103" pitchFamily="2" charset="0"/>
        <a:ea typeface="+mn-ea"/>
        <a:cs typeface="+mn-cs"/>
      </a:defRPr>
    </a:lvl3pPr>
    <a:lvl4pPr marL="1371600" algn="l" defTabSz="914400" rtl="0" eaLnBrk="1" latinLnBrk="0" hangingPunct="1">
      <a:defRPr sz="1200" kern="1200">
        <a:solidFill>
          <a:schemeClr val="tx1"/>
        </a:solidFill>
        <a:latin typeface="Sagona" panose="02010004040101010103" pitchFamily="2" charset="0"/>
        <a:ea typeface="+mn-ea"/>
        <a:cs typeface="+mn-cs"/>
      </a:defRPr>
    </a:lvl4pPr>
    <a:lvl5pPr marL="1828800" algn="l" defTabSz="914400" rtl="0" eaLnBrk="1" latinLnBrk="0" hangingPunct="1">
      <a:defRPr sz="1200" kern="1200">
        <a:solidFill>
          <a:schemeClr val="tx1"/>
        </a:solidFill>
        <a:latin typeface="Sagona" panose="02010004040101010103"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smtClean="0"/>
              <a:pPr/>
              <a:t>12</a:t>
            </a:fld>
            <a:endParaRPr lang="en-US" dirty="0"/>
          </a:p>
        </p:txBody>
      </p:sp>
    </p:spTree>
    <p:extLst>
      <p:ext uri="{BB962C8B-B14F-4D97-AF65-F5344CB8AC3E}">
        <p14:creationId xmlns:p14="http://schemas.microsoft.com/office/powerpoint/2010/main" val="41980651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8AA70-3B12-2196-9CE3-C24AC859A8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A8236D7-5353-4C61-A4EE-BA3C2D6DD0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8CD37A-526C-49EC-2813-3BA0A3AA23FD}"/>
              </a:ext>
            </a:extLst>
          </p:cNvPr>
          <p:cNvSpPr>
            <a:spLocks noGrp="1"/>
          </p:cNvSpPr>
          <p:nvPr>
            <p:ph type="dt" sz="half" idx="10"/>
          </p:nvPr>
        </p:nvSpPr>
        <p:spPr/>
        <p:txBody>
          <a:bodyPr/>
          <a:lstStyle/>
          <a:p>
            <a:fld id="{1D95F45C-6297-4AE8-90E6-60E3FEDE3564}" type="datetimeFigureOut">
              <a:rPr lang="en-IN" smtClean="0"/>
              <a:t>23-07-2026</a:t>
            </a:fld>
            <a:endParaRPr lang="en-IN"/>
          </a:p>
        </p:txBody>
      </p:sp>
      <p:sp>
        <p:nvSpPr>
          <p:cNvPr id="5" name="Footer Placeholder 4">
            <a:extLst>
              <a:ext uri="{FF2B5EF4-FFF2-40B4-BE49-F238E27FC236}">
                <a16:creationId xmlns:a16="http://schemas.microsoft.com/office/drawing/2014/main" id="{36716441-75CE-15D2-B93C-32AF87D3FB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EBDEC4-C5C6-3D96-E04B-417BF663855A}"/>
              </a:ext>
            </a:extLst>
          </p:cNvPr>
          <p:cNvSpPr>
            <a:spLocks noGrp="1"/>
          </p:cNvSpPr>
          <p:nvPr>
            <p:ph type="sldNum" sz="quarter" idx="12"/>
          </p:nvPr>
        </p:nvSpPr>
        <p:spPr/>
        <p:txBody>
          <a:bodyPr/>
          <a:lstStyle/>
          <a:p>
            <a:fld id="{5E4CDB34-AAA1-4990-B0C3-D59B4F9CC5B4}" type="slidenum">
              <a:rPr lang="en-IN" smtClean="0"/>
              <a:t>‹#›</a:t>
            </a:fld>
            <a:endParaRPr lang="en-IN"/>
          </a:p>
        </p:txBody>
      </p:sp>
      <p:sp>
        <p:nvSpPr>
          <p:cNvPr id="7" name="Freeform: Shape 6">
            <a:extLst>
              <a:ext uri="{FF2B5EF4-FFF2-40B4-BE49-F238E27FC236}">
                <a16:creationId xmlns:a16="http://schemas.microsoft.com/office/drawing/2014/main" id="{2988BA15-7AE5-E3C5-88A5-E486077FD525}"/>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gona" panose="02010004040101010103" pitchFamily="2" charset="0"/>
            </a:endParaRPr>
          </a:p>
        </p:txBody>
      </p:sp>
      <p:sp>
        <p:nvSpPr>
          <p:cNvPr id="8" name="Freeform: Shape 7">
            <a:extLst>
              <a:ext uri="{FF2B5EF4-FFF2-40B4-BE49-F238E27FC236}">
                <a16:creationId xmlns:a16="http://schemas.microsoft.com/office/drawing/2014/main" id="{E8A8D6F7-A94C-3916-2DE0-2C49F623DC63}"/>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9" name="Freeform: Shape 8">
            <a:extLst>
              <a:ext uri="{FF2B5EF4-FFF2-40B4-BE49-F238E27FC236}">
                <a16:creationId xmlns:a16="http://schemas.microsoft.com/office/drawing/2014/main" id="{7B2E84C5-1C47-1805-8324-EA684AADD498}"/>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0" name="Freeform: Shape 9">
            <a:extLst>
              <a:ext uri="{FF2B5EF4-FFF2-40B4-BE49-F238E27FC236}">
                <a16:creationId xmlns:a16="http://schemas.microsoft.com/office/drawing/2014/main" id="{E05E499E-2D25-0C47-0876-590D6084E79A}"/>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Tree>
    <p:extLst>
      <p:ext uri="{BB962C8B-B14F-4D97-AF65-F5344CB8AC3E}">
        <p14:creationId xmlns:p14="http://schemas.microsoft.com/office/powerpoint/2010/main" val="4289418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03FA3-0D60-4A52-B45F-05DE08AD039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4ABD548-0134-497F-94BC-A7AD483897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7945CB-A625-ED79-385A-3F4E0ACED568}"/>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0AE81D0-A588-B572-F1F7-AEE7F155A682}"/>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FDBE1409-74E0-77B0-9170-9E1B0F43583B}"/>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880098495"/>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82A49-1134-45A6-2C26-1B9FB92DFF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444D71-2471-9201-FB2D-E2435B6F52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C630D5-C2BD-D1BB-862B-077930DDD765}"/>
              </a:ext>
            </a:extLst>
          </p:cNvPr>
          <p:cNvSpPr>
            <a:spLocks noGrp="1"/>
          </p:cNvSpPr>
          <p:nvPr>
            <p:ph type="dt" sz="half" idx="10"/>
          </p:nvPr>
        </p:nvSpPr>
        <p:spPr/>
        <p:txBody>
          <a:bodyPr/>
          <a:lstStyle/>
          <a:p>
            <a:fld id="{1D95F45C-6297-4AE8-90E6-60E3FEDE3564}" type="datetimeFigureOut">
              <a:rPr lang="en-IN" smtClean="0"/>
              <a:t>23-07-2026</a:t>
            </a:fld>
            <a:endParaRPr lang="en-IN"/>
          </a:p>
        </p:txBody>
      </p:sp>
      <p:sp>
        <p:nvSpPr>
          <p:cNvPr id="5" name="Footer Placeholder 4">
            <a:extLst>
              <a:ext uri="{FF2B5EF4-FFF2-40B4-BE49-F238E27FC236}">
                <a16:creationId xmlns:a16="http://schemas.microsoft.com/office/drawing/2014/main" id="{D1AA10EE-6A3F-CF59-0A25-215BE22B07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B41BD9-9BE8-89F8-12E5-99227C7D49FA}"/>
              </a:ext>
            </a:extLst>
          </p:cNvPr>
          <p:cNvSpPr>
            <a:spLocks noGrp="1"/>
          </p:cNvSpPr>
          <p:nvPr>
            <p:ph type="sldNum" sz="quarter" idx="12"/>
          </p:nvPr>
        </p:nvSpPr>
        <p:spPr/>
        <p:txBody>
          <a:bodyPr/>
          <a:lstStyle/>
          <a:p>
            <a:fld id="{5E4CDB34-AAA1-4990-B0C3-D59B4F9CC5B4}" type="slidenum">
              <a:rPr lang="en-IN" smtClean="0"/>
              <a:t>‹#›</a:t>
            </a:fld>
            <a:endParaRPr lang="en-IN"/>
          </a:p>
        </p:txBody>
      </p:sp>
      <p:sp>
        <p:nvSpPr>
          <p:cNvPr id="7" name="Freeform: Shape 6">
            <a:extLst>
              <a:ext uri="{FF2B5EF4-FFF2-40B4-BE49-F238E27FC236}">
                <a16:creationId xmlns:a16="http://schemas.microsoft.com/office/drawing/2014/main" id="{0515AF4F-B9A5-1351-3775-317A933C59E0}"/>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8" name="Freeform: Shape 7">
            <a:extLst>
              <a:ext uri="{FF2B5EF4-FFF2-40B4-BE49-F238E27FC236}">
                <a16:creationId xmlns:a16="http://schemas.microsoft.com/office/drawing/2014/main" id="{6E5CA81A-ACB3-C608-7542-B0C5D949C17A}"/>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9" name="Freeform: Shape 8">
            <a:extLst>
              <a:ext uri="{FF2B5EF4-FFF2-40B4-BE49-F238E27FC236}">
                <a16:creationId xmlns:a16="http://schemas.microsoft.com/office/drawing/2014/main" id="{1895DF30-E247-5CAF-7A3E-864441F29D82}"/>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0" name="Freeform: Shape 9">
            <a:extLst>
              <a:ext uri="{FF2B5EF4-FFF2-40B4-BE49-F238E27FC236}">
                <a16:creationId xmlns:a16="http://schemas.microsoft.com/office/drawing/2014/main" id="{3328D780-F06C-1633-08CC-237694553C4F}"/>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1" name="Freeform: Shape 10">
            <a:extLst>
              <a:ext uri="{FF2B5EF4-FFF2-40B4-BE49-F238E27FC236}">
                <a16:creationId xmlns:a16="http://schemas.microsoft.com/office/drawing/2014/main" id="{9A8E1064-293D-8EEB-F6E1-F5782CB99AB9}"/>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Tree>
    <p:extLst>
      <p:ext uri="{BB962C8B-B14F-4D97-AF65-F5344CB8AC3E}">
        <p14:creationId xmlns:p14="http://schemas.microsoft.com/office/powerpoint/2010/main" val="497259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4985C-20C6-33EE-2EDD-E55688C441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16CCE7-6C01-FE46-59F8-72B8AAD289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F20647E-F001-B515-0FEB-C7E00E1FDF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B55706-C704-8AA2-502C-F61579227CFE}"/>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1685479-F84A-D5A3-3D37-B4CD35594311}"/>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68EBED7A-7EA9-B795-A4F9-6894DA1AFDBC}"/>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8" name="Freeform: Shape 7">
            <a:extLst>
              <a:ext uri="{FF2B5EF4-FFF2-40B4-BE49-F238E27FC236}">
                <a16:creationId xmlns:a16="http://schemas.microsoft.com/office/drawing/2014/main" id="{D2835A7F-E119-8572-C05B-0B2F02961F93}"/>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9" name="Freeform: Shape 8">
            <a:extLst>
              <a:ext uri="{FF2B5EF4-FFF2-40B4-BE49-F238E27FC236}">
                <a16:creationId xmlns:a16="http://schemas.microsoft.com/office/drawing/2014/main" id="{D2AA7D17-4F90-8693-F2A7-721C5EFB52BD}"/>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Tree>
    <p:extLst>
      <p:ext uri="{BB962C8B-B14F-4D97-AF65-F5344CB8AC3E}">
        <p14:creationId xmlns:p14="http://schemas.microsoft.com/office/powerpoint/2010/main" val="4019364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1B664-25C6-9534-72F2-E2D84EB1266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9561F8-BC4A-9281-BA5D-DF5E27A3C4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AEBA48-2197-583D-207C-8FC1A840F8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84A1A44-71A1-4938-72E2-5BCD04065B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BF5B89-A604-BD26-C14A-77DC5A4718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79785E8-B027-7728-7FAE-6E0DECDD7CF5}"/>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002355F7-4356-D7D5-E371-D051A5333DA8}"/>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805D67BD-B547-22C6-05E9-1832CA8B83EC}"/>
              </a:ext>
            </a:extLst>
          </p:cNvPr>
          <p:cNvSpPr>
            <a:spLocks noGrp="1"/>
          </p:cNvSpPr>
          <p:nvPr>
            <p:ph type="sldNum" sz="quarter" idx="12"/>
          </p:nvPr>
        </p:nvSpPr>
        <p:spPr/>
        <p:txBody>
          <a:bodyPr/>
          <a:lstStyle/>
          <a:p>
            <a:fld id="{58FB4751-880F-D840-AAA9-3A15815CC996}" type="slidenum">
              <a:rPr lang="en-US" smtClean="0"/>
              <a:pPr/>
              <a:t>‹#›</a:t>
            </a:fld>
            <a:endParaRPr lang="en-US" dirty="0"/>
          </a:p>
        </p:txBody>
      </p:sp>
      <p:sp>
        <p:nvSpPr>
          <p:cNvPr id="10" name="Freeform: Shape 9">
            <a:extLst>
              <a:ext uri="{FF2B5EF4-FFF2-40B4-BE49-F238E27FC236}">
                <a16:creationId xmlns:a16="http://schemas.microsoft.com/office/drawing/2014/main" id="{38E94BCC-E72A-AA9E-D5C7-966B367291D5}"/>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1" name="Freeform: Shape 10">
            <a:extLst>
              <a:ext uri="{FF2B5EF4-FFF2-40B4-BE49-F238E27FC236}">
                <a16:creationId xmlns:a16="http://schemas.microsoft.com/office/drawing/2014/main" id="{0DB276C3-EA0F-6EBB-B261-AA77578AD1DD}"/>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2" name="Freeform: Shape 11">
            <a:extLst>
              <a:ext uri="{FF2B5EF4-FFF2-40B4-BE49-F238E27FC236}">
                <a16:creationId xmlns:a16="http://schemas.microsoft.com/office/drawing/2014/main" id="{FD8D8997-9B08-5863-F902-3F460B3E1F93}"/>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cxnSp>
        <p:nvCxnSpPr>
          <p:cNvPr id="13" name="Straight Connector 12">
            <a:extLst>
              <a:ext uri="{FF2B5EF4-FFF2-40B4-BE49-F238E27FC236}">
                <a16:creationId xmlns:a16="http://schemas.microsoft.com/office/drawing/2014/main" id="{9C6EDA66-312E-90D1-747F-A06BCEDAA1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05921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B9759-0B1A-BF9E-205C-34B556ACF7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327F2BE-4566-452C-7A15-E35AA74E55D8}"/>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5A4EE66-A32E-0B3A-07D9-C2F2EF47A641}"/>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FD21DE1-8675-AD0D-853E-67E769A2967F}"/>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659277752"/>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2B4191-CAEE-1DC7-0FEC-13F4AED60911}"/>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990ED902-4841-0793-28A7-AA4B70D199FB}"/>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1EDCDB6B-7588-0A91-B556-E0D60F31B76B}"/>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686485246"/>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E3709-B6E8-1D37-DFF8-4778E4F05C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16C449-37C6-FB85-A42A-704809419A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7C6F159-185B-F599-B892-5F439E1F27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F3B1DE-3FC5-8889-8DB2-CB80076000CC}"/>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16FE1E8F-82CB-B7D4-8962-27B75AF2640C}"/>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86A29B3-8CEE-305F-A7D5-701207A9CC63}"/>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8" name="Freeform: Shape 7">
            <a:extLst>
              <a:ext uri="{FF2B5EF4-FFF2-40B4-BE49-F238E27FC236}">
                <a16:creationId xmlns:a16="http://schemas.microsoft.com/office/drawing/2014/main" id="{C3A9FEB5-9AE7-EF21-CD38-9D583319C9CE}"/>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9" name="Freeform: Shape 8">
            <a:extLst>
              <a:ext uri="{FF2B5EF4-FFF2-40B4-BE49-F238E27FC236}">
                <a16:creationId xmlns:a16="http://schemas.microsoft.com/office/drawing/2014/main" id="{38FBE708-8517-0308-E029-D453837B5634}"/>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Tree>
    <p:extLst>
      <p:ext uri="{BB962C8B-B14F-4D97-AF65-F5344CB8AC3E}">
        <p14:creationId xmlns:p14="http://schemas.microsoft.com/office/powerpoint/2010/main" val="587780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98136-76FD-B288-1954-38A28B8070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B9C87C0-708F-DD70-11BE-A2C36DF44A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88F0687-53E7-9D8D-BA99-01B11FDBEF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F29A5C-A7FE-69C0-F61A-9329250A0384}"/>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BC48CCC7-ECB8-F722-AC17-F415B073A0BA}"/>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803947D-48EE-12FB-0B06-646B9601A7B4}"/>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8" name="Picture 7" descr="Shape, circle&#10;&#10;Description automatically generated">
            <a:extLst>
              <a:ext uri="{FF2B5EF4-FFF2-40B4-BE49-F238E27FC236}">
                <a16:creationId xmlns:a16="http://schemas.microsoft.com/office/drawing/2014/main" id="{801467F2-B1D9-F15A-2438-950B0F1CE1FF}"/>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9" name="Freeform: Shape 8">
            <a:extLst>
              <a:ext uri="{FF2B5EF4-FFF2-40B4-BE49-F238E27FC236}">
                <a16:creationId xmlns:a16="http://schemas.microsoft.com/office/drawing/2014/main" id="{450A432D-9F8C-4D10-C1F5-D40DC0D3D8CE}"/>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Tree>
    <p:extLst>
      <p:ext uri="{BB962C8B-B14F-4D97-AF65-F5344CB8AC3E}">
        <p14:creationId xmlns:p14="http://schemas.microsoft.com/office/powerpoint/2010/main" val="236179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2BC21-102D-F9F4-61E1-60B9C91450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6CA19A-14AA-46B8-8E77-C464179879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5452FB-B585-DE07-4CF7-BFC147B79EBD}"/>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7FD46CB-139F-98BE-EAA4-63D5A44AB8F1}"/>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3A84675E-0CD2-6EE9-310D-075110E32CF0}"/>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749371248"/>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503D8C-B8A3-982C-06F1-E702D1FEC5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B3EFF8-C43A-2B83-BF14-10BE865D2D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D2FBC9-0979-8B0C-3331-3A87716B669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61AC3F9-FEF7-C1CF-8F74-1A60319E4590}"/>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1E37DFF1-88E4-DDFA-A3D8-C0EEF5CAD6A0}"/>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195777960"/>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8ED4B0-CAFF-20DE-6D7D-8390216657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Freeform: Shape 6">
            <a:extLst>
              <a:ext uri="{FF2B5EF4-FFF2-40B4-BE49-F238E27FC236}">
                <a16:creationId xmlns:a16="http://schemas.microsoft.com/office/drawing/2014/main" id="{959D9059-CC45-E269-480B-83A759DD04D0}"/>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8" name="Freeform: Shape 7">
            <a:extLst>
              <a:ext uri="{FF2B5EF4-FFF2-40B4-BE49-F238E27FC236}">
                <a16:creationId xmlns:a16="http://schemas.microsoft.com/office/drawing/2014/main" id="{32C9084A-1080-7431-720A-D6F8BA77BF44}"/>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2" name="Date Placeholder 1">
            <a:extLst>
              <a:ext uri="{FF2B5EF4-FFF2-40B4-BE49-F238E27FC236}">
                <a16:creationId xmlns:a16="http://schemas.microsoft.com/office/drawing/2014/main" id="{3F45722B-C649-4529-953E-AAEE5403648B}"/>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BA4B7AEA-E1BF-55D6-C1B2-0AFA7855F7F5}"/>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F86B9413-4FB1-F2B2-92C3-36F0C27825FA}"/>
              </a:ext>
            </a:extLst>
          </p:cNvPr>
          <p:cNvSpPr>
            <a:spLocks noGrp="1"/>
          </p:cNvSpPr>
          <p:nvPr>
            <p:ph type="sldNum" sz="quarter" idx="12"/>
          </p:nvPr>
        </p:nvSpPr>
        <p:spPr/>
        <p:txBody>
          <a:body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120449322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a:xfrm>
            <a:off x="4038600" y="6546915"/>
            <a:ext cx="4114800" cy="174560"/>
          </a:xfrm>
        </p:spPr>
        <p:txBody>
          <a:bodyPr/>
          <a:lstStyle>
            <a:lvl1pPr>
              <a:defRPr b="0"/>
            </a:lvl1pPr>
          </a:lstStyle>
          <a:p>
            <a:r>
              <a:rPr lang="en-US" dirty="0"/>
              <a:t>Pandit Deendayal Energy University - SOT</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a:xfrm>
            <a:off x="9181325" y="6546915"/>
            <a:ext cx="2743200" cy="174561"/>
          </a:xfrm>
        </p:spPr>
        <p:txBody>
          <a:bodyPr/>
          <a:lstStyle>
            <a:lvl1pPr>
              <a:defRPr b="1"/>
            </a:lvl1pPr>
          </a:lstStyle>
          <a:p>
            <a:fld id="{58FB4751-880F-D840-AAA9-3A15815CC996}" type="slidenum">
              <a:rPr lang="en-US" smtClean="0"/>
              <a:pPr/>
              <a:t>‹#›</a:t>
            </a:fld>
            <a:endParaRPr lang="en-US"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320510" y="311085"/>
            <a:ext cx="11585543" cy="501715"/>
          </a:xfrm>
        </p:spPr>
        <p:txBody>
          <a:bodyPr anchor="b">
            <a:normAutofit/>
          </a:bodyPr>
          <a:lstStyle>
            <a:lvl1pPr>
              <a:defRPr sz="2400" b="1">
                <a:latin typeface="Sagona" panose="02010004040101010103" pitchFamily="2" charset="0"/>
              </a:defRPr>
            </a:lvl1pPr>
          </a:lstStyle>
          <a:p>
            <a:r>
              <a:rPr lang="en-US" dirty="0"/>
              <a:t>click to edit master title style</a:t>
            </a:r>
          </a:p>
        </p:txBody>
      </p:sp>
      <p:sp>
        <p:nvSpPr>
          <p:cNvPr id="10" name="Content Placeholder 9">
            <a:extLst>
              <a:ext uri="{FF2B5EF4-FFF2-40B4-BE49-F238E27FC236}">
                <a16:creationId xmlns:a16="http://schemas.microsoft.com/office/drawing/2014/main" id="{EAC0D48E-9CBA-681B-0FA5-84CE3F2D3F86}"/>
              </a:ext>
            </a:extLst>
          </p:cNvPr>
          <p:cNvSpPr>
            <a:spLocks noGrp="1"/>
          </p:cNvSpPr>
          <p:nvPr>
            <p:ph sz="quarter" idx="13"/>
          </p:nvPr>
        </p:nvSpPr>
        <p:spPr>
          <a:xfrm>
            <a:off x="320675" y="951345"/>
            <a:ext cx="11585575" cy="5516634"/>
          </a:xfrm>
        </p:spPr>
        <p:txBody>
          <a:bodyPr>
            <a:normAutofit/>
          </a:bodyPr>
          <a:lstStyle>
            <a:lvl1pPr marL="0" indent="0">
              <a:buNone/>
              <a:defRPr sz="2000">
                <a:latin typeface="Sagona" panose="02010004040101010103" pitchFamily="2" charset="0"/>
                <a:ea typeface="Sagona" panose="02010004040101010103" pitchFamily="2" charset="0"/>
              </a:defRPr>
            </a:lvl1pPr>
            <a:lvl2pPr marL="457200" indent="0">
              <a:buNone/>
              <a:defRPr sz="1800">
                <a:latin typeface="Sagona" panose="02010004040101010103" pitchFamily="2" charset="0"/>
                <a:ea typeface="Sagona" panose="02010004040101010103" pitchFamily="2" charset="0"/>
              </a:defRPr>
            </a:lvl2pPr>
            <a:lvl3pPr marL="914400" indent="0">
              <a:buNone/>
              <a:defRPr sz="1600">
                <a:latin typeface="Sagona" panose="02010004040101010103" pitchFamily="2" charset="0"/>
                <a:ea typeface="Sagona" panose="02010004040101010103" pitchFamily="2" charset="0"/>
              </a:defRPr>
            </a:lvl3pPr>
            <a:lvl4pPr marL="1371600" indent="0">
              <a:buNone/>
              <a:defRPr sz="1400">
                <a:latin typeface="Sagona" panose="02010004040101010103" pitchFamily="2" charset="0"/>
                <a:ea typeface="Sagona" panose="02010004040101010103" pitchFamily="2" charset="0"/>
              </a:defRPr>
            </a:lvl4pPr>
            <a:lvl5pPr marL="1828800" indent="0">
              <a:buNone/>
              <a:defRPr sz="1400">
                <a:latin typeface="Sagona" panose="02010004040101010103" pitchFamily="2" charset="0"/>
                <a:ea typeface="Sagona" panose="02010004040101010103"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468753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anchor="b"/>
          <a:lstStyle>
            <a:lvl1pPr>
              <a:defRPr sz="4800"/>
            </a:lvl1pPr>
          </a:lstStyle>
          <a:p>
            <a:r>
              <a:rPr lang="en-US" dirty="0"/>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Tree>
    <p:extLst>
      <p:ext uri="{BB962C8B-B14F-4D97-AF65-F5344CB8AC3E}">
        <p14:creationId xmlns:p14="http://schemas.microsoft.com/office/powerpoint/2010/main" val="3920489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alt">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9363456"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3" name="Freeform: Shape 12">
            <a:extLst>
              <a:ext uri="{FF2B5EF4-FFF2-40B4-BE49-F238E27FC236}">
                <a16:creationId xmlns:a16="http://schemas.microsoft.com/office/drawing/2014/main" id="{B05A86D8-26B0-1ADB-0CE2-B445D2A2866D}"/>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lumMod val="60000"/>
              <a:lumOff val="40000"/>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9" name="Freeform: Shape 18">
            <a:extLst>
              <a:ext uri="{FF2B5EF4-FFF2-40B4-BE49-F238E27FC236}">
                <a16:creationId xmlns:a16="http://schemas.microsoft.com/office/drawing/2014/main" id="{33A68E8B-64DF-46D3-2FA2-4BBBBF8BFB15}"/>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Tree>
    <p:extLst>
      <p:ext uri="{BB962C8B-B14F-4D97-AF65-F5344CB8AC3E}">
        <p14:creationId xmlns:p14="http://schemas.microsoft.com/office/powerpoint/2010/main" val="1641332740"/>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alt2">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23" name="Freeform: Shape 22">
            <a:extLst>
              <a:ext uri="{FF2B5EF4-FFF2-40B4-BE49-F238E27FC236}">
                <a16:creationId xmlns:a16="http://schemas.microsoft.com/office/drawing/2014/main" id="{943F013D-932D-1E7D-D22E-294313461200}"/>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30" name="Freeform: Shape 29">
            <a:extLst>
              <a:ext uri="{FF2B5EF4-FFF2-40B4-BE49-F238E27FC236}">
                <a16:creationId xmlns:a16="http://schemas.microsoft.com/office/drawing/2014/main" id="{0972DA96-A413-EF87-50D3-D8EF54FD9F55}"/>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2026</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0" name="Title 1">
            <a:extLst>
              <a:ext uri="{FF2B5EF4-FFF2-40B4-BE49-F238E27FC236}">
                <a16:creationId xmlns:a16="http://schemas.microsoft.com/office/drawing/2014/main" id="{20AE86F9-DD66-DE05-383C-6220D559B0DF}"/>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1" name="Content Placeholder 2">
            <a:extLst>
              <a:ext uri="{FF2B5EF4-FFF2-40B4-BE49-F238E27FC236}">
                <a16:creationId xmlns:a16="http://schemas.microsoft.com/office/drawing/2014/main" id="{74C193E5-97F9-7817-FACF-5B94BAD9C758}"/>
              </a:ext>
            </a:extLst>
          </p:cNvPr>
          <p:cNvSpPr>
            <a:spLocks noGrp="1"/>
          </p:cNvSpPr>
          <p:nvPr>
            <p:ph idx="1"/>
          </p:nvPr>
        </p:nvSpPr>
        <p:spPr>
          <a:xfrm>
            <a:off x="576072" y="1901952"/>
            <a:ext cx="10515600"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agona" panose="02010004040101010103" pitchFamily="2" charset="0"/>
            </a:endParaRPr>
          </a:p>
        </p:txBody>
      </p:sp>
      <p:sp>
        <p:nvSpPr>
          <p:cNvPr id="37" name="Freeform: Shape 36">
            <a:extLst>
              <a:ext uri="{FF2B5EF4-FFF2-40B4-BE49-F238E27FC236}">
                <a16:creationId xmlns:a16="http://schemas.microsoft.com/office/drawing/2014/main" id="{5199B7A0-EDB8-5A2D-0096-78B259F81F83}"/>
              </a:ext>
            </a:extLst>
          </p:cNvPr>
          <p:cNvSpPr/>
          <p:nvPr userDrawn="1"/>
        </p:nvSpPr>
        <p:spPr>
          <a:xfrm>
            <a:off x="8485589" y="1618811"/>
            <a:ext cx="3706413" cy="5229819"/>
          </a:xfrm>
          <a:custGeom>
            <a:avLst/>
            <a:gdLst>
              <a:gd name="connsiteX0" fmla="*/ 3324222 w 3706413"/>
              <a:gd name="connsiteY0" fmla="*/ 5028685 h 5229819"/>
              <a:gd name="connsiteX1" fmla="*/ 2393353 w 3706413"/>
              <a:gd name="connsiteY1" fmla="*/ 5115550 h 5229819"/>
              <a:gd name="connsiteX2" fmla="*/ 2867479 w 3706413"/>
              <a:gd name="connsiteY2" fmla="*/ 5174972 h 5229819"/>
              <a:gd name="connsiteX3" fmla="*/ 3648886 w 3706413"/>
              <a:gd name="connsiteY3" fmla="*/ 5092281 h 5229819"/>
              <a:gd name="connsiteX4" fmla="*/ 3702503 w 3706413"/>
              <a:gd name="connsiteY4" fmla="*/ 5073259 h 5229819"/>
              <a:gd name="connsiteX5" fmla="*/ 3324222 w 3706413"/>
              <a:gd name="connsiteY5" fmla="*/ 5028685 h 5229819"/>
              <a:gd name="connsiteX6" fmla="*/ 2943802 w 3706413"/>
              <a:gd name="connsiteY6" fmla="*/ 4819637 h 5229819"/>
              <a:gd name="connsiteX7" fmla="*/ 2790751 w 3706413"/>
              <a:gd name="connsiteY7" fmla="*/ 4847576 h 5229819"/>
              <a:gd name="connsiteX8" fmla="*/ 2434897 w 3706413"/>
              <a:gd name="connsiteY8" fmla="*/ 5031577 h 5229819"/>
              <a:gd name="connsiteX9" fmla="*/ 2951768 w 3706413"/>
              <a:gd name="connsiteY9" fmla="*/ 4976098 h 5229819"/>
              <a:gd name="connsiteX10" fmla="*/ 3475392 w 3706413"/>
              <a:gd name="connsiteY10" fmla="*/ 4962373 h 5229819"/>
              <a:gd name="connsiteX11" fmla="*/ 2943802 w 3706413"/>
              <a:gd name="connsiteY11" fmla="*/ 4819637 h 5229819"/>
              <a:gd name="connsiteX12" fmla="*/ 2984957 w 3706413"/>
              <a:gd name="connsiteY12" fmla="*/ 4764199 h 5229819"/>
              <a:gd name="connsiteX13" fmla="*/ 3085247 w 3706413"/>
              <a:gd name="connsiteY13" fmla="*/ 4783935 h 5229819"/>
              <a:gd name="connsiteX14" fmla="*/ 3570306 w 3706413"/>
              <a:gd name="connsiteY14" fmla="*/ 4942005 h 5229819"/>
              <a:gd name="connsiteX15" fmla="*/ 3706413 w 3706413"/>
              <a:gd name="connsiteY15" fmla="*/ 4985431 h 5229819"/>
              <a:gd name="connsiteX16" fmla="*/ 3706413 w 3706413"/>
              <a:gd name="connsiteY16" fmla="*/ 5138759 h 5229819"/>
              <a:gd name="connsiteX17" fmla="*/ 3666470 w 3706413"/>
              <a:gd name="connsiteY17" fmla="*/ 5143575 h 5229819"/>
              <a:gd name="connsiteX18" fmla="*/ 2893424 w 3706413"/>
              <a:gd name="connsiteY18" fmla="*/ 5222073 h 5229819"/>
              <a:gd name="connsiteX19" fmla="*/ 2386859 w 3706413"/>
              <a:gd name="connsiteY19" fmla="*/ 5181967 h 5229819"/>
              <a:gd name="connsiteX20" fmla="*/ 2246076 w 3706413"/>
              <a:gd name="connsiteY20" fmla="*/ 5123402 h 5229819"/>
              <a:gd name="connsiteX21" fmla="*/ 2334992 w 3706413"/>
              <a:gd name="connsiteY21" fmla="*/ 5028470 h 5229819"/>
              <a:gd name="connsiteX22" fmla="*/ 2693848 w 3706413"/>
              <a:gd name="connsiteY22" fmla="*/ 4824451 h 5229819"/>
              <a:gd name="connsiteX23" fmla="*/ 2984957 w 3706413"/>
              <a:gd name="connsiteY23" fmla="*/ 4764199 h 5229819"/>
              <a:gd name="connsiteX24" fmla="*/ 3087942 w 3706413"/>
              <a:gd name="connsiteY24" fmla="*/ 4378606 h 5229819"/>
              <a:gd name="connsiteX25" fmla="*/ 3296563 w 3706413"/>
              <a:gd name="connsiteY25" fmla="*/ 4500490 h 5229819"/>
              <a:gd name="connsiteX26" fmla="*/ 3087942 w 3706413"/>
              <a:gd name="connsiteY26" fmla="*/ 4378606 h 5229819"/>
              <a:gd name="connsiteX27" fmla="*/ 3244519 w 3706413"/>
              <a:gd name="connsiteY27" fmla="*/ 4342061 h 5229819"/>
              <a:gd name="connsiteX28" fmla="*/ 3437633 w 3706413"/>
              <a:gd name="connsiteY28" fmla="*/ 4493328 h 5229819"/>
              <a:gd name="connsiteX29" fmla="*/ 3244519 w 3706413"/>
              <a:gd name="connsiteY29" fmla="*/ 4342061 h 5229819"/>
              <a:gd name="connsiteX30" fmla="*/ 1907604 w 3706413"/>
              <a:gd name="connsiteY30" fmla="*/ 4339664 h 5229819"/>
              <a:gd name="connsiteX31" fmla="*/ 1879113 w 3706413"/>
              <a:gd name="connsiteY31" fmla="*/ 4342926 h 5229819"/>
              <a:gd name="connsiteX32" fmla="*/ 1921270 w 3706413"/>
              <a:gd name="connsiteY32" fmla="*/ 4376988 h 5229819"/>
              <a:gd name="connsiteX33" fmla="*/ 2647281 w 3706413"/>
              <a:gd name="connsiteY33" fmla="*/ 4614572 h 5229819"/>
              <a:gd name="connsiteX34" fmla="*/ 3196930 w 3706413"/>
              <a:gd name="connsiteY34" fmla="*/ 4588044 h 5229819"/>
              <a:gd name="connsiteX35" fmla="*/ 3203019 w 3706413"/>
              <a:gd name="connsiteY35" fmla="*/ 4560918 h 5229819"/>
              <a:gd name="connsiteX36" fmla="*/ 2985083 w 3706413"/>
              <a:gd name="connsiteY36" fmla="*/ 4485238 h 5229819"/>
              <a:gd name="connsiteX37" fmla="*/ 2708626 w 3706413"/>
              <a:gd name="connsiteY37" fmla="*/ 4418017 h 5229819"/>
              <a:gd name="connsiteX38" fmla="*/ 2620844 w 3706413"/>
              <a:gd name="connsiteY38" fmla="*/ 4430706 h 5229819"/>
              <a:gd name="connsiteX39" fmla="*/ 2540001 w 3706413"/>
              <a:gd name="connsiteY39" fmla="*/ 4424025 h 5229819"/>
              <a:gd name="connsiteX40" fmla="*/ 1907604 w 3706413"/>
              <a:gd name="connsiteY40" fmla="*/ 4339664 h 5229819"/>
              <a:gd name="connsiteX41" fmla="*/ 2257356 w 3706413"/>
              <a:gd name="connsiteY41" fmla="*/ 4262588 h 5229819"/>
              <a:gd name="connsiteX42" fmla="*/ 2122814 w 3706413"/>
              <a:gd name="connsiteY42" fmla="*/ 4273357 h 5229819"/>
              <a:gd name="connsiteX43" fmla="*/ 2427819 w 3706413"/>
              <a:gd name="connsiteY43" fmla="*/ 4316623 h 5229819"/>
              <a:gd name="connsiteX44" fmla="*/ 2495745 w 3706413"/>
              <a:gd name="connsiteY44" fmla="*/ 4323417 h 5229819"/>
              <a:gd name="connsiteX45" fmla="*/ 2842012 w 3706413"/>
              <a:gd name="connsiteY45" fmla="*/ 4396980 h 5229819"/>
              <a:gd name="connsiteX46" fmla="*/ 2946172 w 3706413"/>
              <a:gd name="connsiteY46" fmla="*/ 4417967 h 5229819"/>
              <a:gd name="connsiteX47" fmla="*/ 2257356 w 3706413"/>
              <a:gd name="connsiteY47" fmla="*/ 4262588 h 5229819"/>
              <a:gd name="connsiteX48" fmla="*/ 2658537 w 3706413"/>
              <a:gd name="connsiteY48" fmla="*/ 3869558 h 5229819"/>
              <a:gd name="connsiteX49" fmla="*/ 2641175 w 3706413"/>
              <a:gd name="connsiteY49" fmla="*/ 3888643 h 5229819"/>
              <a:gd name="connsiteX50" fmla="*/ 3126479 w 3706413"/>
              <a:gd name="connsiteY50" fmla="*/ 4335544 h 5229819"/>
              <a:gd name="connsiteX51" fmla="*/ 3143670 w 3706413"/>
              <a:gd name="connsiteY51" fmla="*/ 4314908 h 5229819"/>
              <a:gd name="connsiteX52" fmla="*/ 2658537 w 3706413"/>
              <a:gd name="connsiteY52" fmla="*/ 3869558 h 5229819"/>
              <a:gd name="connsiteX53" fmla="*/ 2688997 w 3706413"/>
              <a:gd name="connsiteY53" fmla="*/ 3810128 h 5229819"/>
              <a:gd name="connsiteX54" fmla="*/ 3092476 w 3706413"/>
              <a:gd name="connsiteY54" fmla="*/ 4164235 h 5229819"/>
              <a:gd name="connsiteX55" fmla="*/ 3421465 w 3706413"/>
              <a:gd name="connsiteY55" fmla="*/ 4408668 h 5229819"/>
              <a:gd name="connsiteX56" fmla="*/ 3516150 w 3706413"/>
              <a:gd name="connsiteY56" fmla="*/ 4477687 h 5229819"/>
              <a:gd name="connsiteX57" fmla="*/ 2688997 w 3706413"/>
              <a:gd name="connsiteY57" fmla="*/ 3810128 h 5229819"/>
              <a:gd name="connsiteX58" fmla="*/ 2629101 w 3706413"/>
              <a:gd name="connsiteY58" fmla="*/ 3729983 h 5229819"/>
              <a:gd name="connsiteX59" fmla="*/ 2725377 w 3706413"/>
              <a:gd name="connsiteY59" fmla="*/ 3746294 h 5229819"/>
              <a:gd name="connsiteX60" fmla="*/ 3013384 w 3706413"/>
              <a:gd name="connsiteY60" fmla="*/ 3891324 h 5229819"/>
              <a:gd name="connsiteX61" fmla="*/ 3660848 w 3706413"/>
              <a:gd name="connsiteY61" fmla="*/ 4551031 h 5229819"/>
              <a:gd name="connsiteX62" fmla="*/ 3704859 w 3706413"/>
              <a:gd name="connsiteY62" fmla="*/ 4609717 h 5229819"/>
              <a:gd name="connsiteX63" fmla="*/ 3706413 w 3706413"/>
              <a:gd name="connsiteY63" fmla="*/ 4611184 h 5229819"/>
              <a:gd name="connsiteX64" fmla="*/ 3706413 w 3706413"/>
              <a:gd name="connsiteY64" fmla="*/ 4755886 h 5229819"/>
              <a:gd name="connsiteX65" fmla="*/ 3552833 w 3706413"/>
              <a:gd name="connsiteY65" fmla="*/ 4689924 h 5229819"/>
              <a:gd name="connsiteX66" fmla="*/ 3369302 w 3706413"/>
              <a:gd name="connsiteY66" fmla="*/ 4619536 h 5229819"/>
              <a:gd name="connsiteX67" fmla="*/ 3276509 w 3706413"/>
              <a:gd name="connsiteY67" fmla="*/ 4622882 h 5229819"/>
              <a:gd name="connsiteX68" fmla="*/ 2657957 w 3706413"/>
              <a:gd name="connsiteY68" fmla="*/ 4674486 h 5229819"/>
              <a:gd name="connsiteX69" fmla="*/ 1891952 w 3706413"/>
              <a:gd name="connsiteY69" fmla="*/ 4426992 h 5229819"/>
              <a:gd name="connsiteX70" fmla="*/ 1839998 w 3706413"/>
              <a:gd name="connsiteY70" fmla="*/ 4399458 h 5229819"/>
              <a:gd name="connsiteX71" fmla="*/ 1897411 w 3706413"/>
              <a:gd name="connsiteY71" fmla="*/ 4275071 h 5229819"/>
              <a:gd name="connsiteX72" fmla="*/ 2271660 w 3706413"/>
              <a:gd name="connsiteY72" fmla="*/ 4202654 h 5229819"/>
              <a:gd name="connsiteX73" fmla="*/ 2860369 w 3706413"/>
              <a:gd name="connsiteY73" fmla="*/ 4283351 h 5229819"/>
              <a:gd name="connsiteX74" fmla="*/ 2986729 w 3706413"/>
              <a:gd name="connsiteY74" fmla="*/ 4338210 h 5229819"/>
              <a:gd name="connsiteX75" fmla="*/ 2815025 w 3706413"/>
              <a:gd name="connsiteY75" fmla="*/ 4191559 h 5229819"/>
              <a:gd name="connsiteX76" fmla="*/ 2550431 w 3706413"/>
              <a:gd name="connsiteY76" fmla="*/ 3844543 h 5229819"/>
              <a:gd name="connsiteX77" fmla="*/ 2629101 w 3706413"/>
              <a:gd name="connsiteY77" fmla="*/ 3729983 h 5229819"/>
              <a:gd name="connsiteX78" fmla="*/ 3397898 w 3706413"/>
              <a:gd name="connsiteY78" fmla="*/ 3668670 h 5229819"/>
              <a:gd name="connsiteX79" fmla="*/ 3449283 w 3706413"/>
              <a:gd name="connsiteY79" fmla="*/ 3681369 h 5229819"/>
              <a:gd name="connsiteX80" fmla="*/ 3627665 w 3706413"/>
              <a:gd name="connsiteY80" fmla="*/ 3763001 h 5229819"/>
              <a:gd name="connsiteX81" fmla="*/ 3706413 w 3706413"/>
              <a:gd name="connsiteY81" fmla="*/ 3805642 h 5229819"/>
              <a:gd name="connsiteX82" fmla="*/ 3706413 w 3706413"/>
              <a:gd name="connsiteY82" fmla="*/ 3865937 h 5229819"/>
              <a:gd name="connsiteX83" fmla="*/ 3673535 w 3706413"/>
              <a:gd name="connsiteY83" fmla="*/ 3844482 h 5229819"/>
              <a:gd name="connsiteX84" fmla="*/ 3391447 w 3706413"/>
              <a:gd name="connsiteY84" fmla="*/ 3744577 h 5229819"/>
              <a:gd name="connsiteX85" fmla="*/ 3623365 w 3706413"/>
              <a:gd name="connsiteY85" fmla="*/ 3988607 h 5229819"/>
              <a:gd name="connsiteX86" fmla="*/ 3645161 w 3706413"/>
              <a:gd name="connsiteY86" fmla="*/ 3992335 h 5229819"/>
              <a:gd name="connsiteX87" fmla="*/ 3669623 w 3706413"/>
              <a:gd name="connsiteY87" fmla="*/ 3952050 h 5229819"/>
              <a:gd name="connsiteX88" fmla="*/ 3706413 w 3706413"/>
              <a:gd name="connsiteY88" fmla="*/ 3970469 h 5229819"/>
              <a:gd name="connsiteX89" fmla="*/ 3706413 w 3706413"/>
              <a:gd name="connsiteY89" fmla="*/ 4112777 h 5229819"/>
              <a:gd name="connsiteX90" fmla="*/ 3499463 w 3706413"/>
              <a:gd name="connsiteY90" fmla="*/ 3964991 h 5229819"/>
              <a:gd name="connsiteX91" fmla="*/ 3355004 w 3706413"/>
              <a:gd name="connsiteY91" fmla="*/ 3805641 h 5229819"/>
              <a:gd name="connsiteX92" fmla="*/ 3350639 w 3706413"/>
              <a:gd name="connsiteY92" fmla="*/ 3695270 h 5229819"/>
              <a:gd name="connsiteX93" fmla="*/ 3397898 w 3706413"/>
              <a:gd name="connsiteY93" fmla="*/ 3668670 h 5229819"/>
              <a:gd name="connsiteX94" fmla="*/ 2911098 w 3706413"/>
              <a:gd name="connsiteY94" fmla="*/ 3440435 h 5229819"/>
              <a:gd name="connsiteX95" fmla="*/ 2828048 w 3706413"/>
              <a:gd name="connsiteY95" fmla="*/ 3443932 h 5229819"/>
              <a:gd name="connsiteX96" fmla="*/ 2509409 w 3706413"/>
              <a:gd name="connsiteY96" fmla="*/ 3495655 h 5229819"/>
              <a:gd name="connsiteX97" fmla="*/ 2147895 w 3706413"/>
              <a:gd name="connsiteY97" fmla="*/ 3514483 h 5229819"/>
              <a:gd name="connsiteX98" fmla="*/ 2003552 w 3706413"/>
              <a:gd name="connsiteY98" fmla="*/ 3520439 h 5229819"/>
              <a:gd name="connsiteX99" fmla="*/ 2246830 w 3706413"/>
              <a:gd name="connsiteY99" fmla="*/ 3622276 h 5229819"/>
              <a:gd name="connsiteX100" fmla="*/ 2835671 w 3706413"/>
              <a:gd name="connsiteY100" fmla="*/ 3548747 h 5229819"/>
              <a:gd name="connsiteX101" fmla="*/ 2998953 w 3706413"/>
              <a:gd name="connsiteY101" fmla="*/ 3464237 h 5229819"/>
              <a:gd name="connsiteX102" fmla="*/ 2995075 w 3706413"/>
              <a:gd name="connsiteY102" fmla="*/ 3442088 h 5229819"/>
              <a:gd name="connsiteX103" fmla="*/ 2911098 w 3706413"/>
              <a:gd name="connsiteY103" fmla="*/ 3440435 h 5229819"/>
              <a:gd name="connsiteX104" fmla="*/ 2690666 w 3706413"/>
              <a:gd name="connsiteY104" fmla="*/ 3299672 h 5229819"/>
              <a:gd name="connsiteX105" fmla="*/ 2476905 w 3706413"/>
              <a:gd name="connsiteY105" fmla="*/ 3324782 h 5229819"/>
              <a:gd name="connsiteX106" fmla="*/ 2094849 w 3706413"/>
              <a:gd name="connsiteY106" fmla="*/ 3447220 h 5229819"/>
              <a:gd name="connsiteX107" fmla="*/ 2483888 w 3706413"/>
              <a:gd name="connsiteY107" fmla="*/ 3440295 h 5229819"/>
              <a:gd name="connsiteX108" fmla="*/ 3014076 w 3706413"/>
              <a:gd name="connsiteY108" fmla="*/ 3366305 h 5229819"/>
              <a:gd name="connsiteX109" fmla="*/ 2904378 w 3706413"/>
              <a:gd name="connsiteY109" fmla="*/ 3324561 h 5229819"/>
              <a:gd name="connsiteX110" fmla="*/ 2690666 w 3706413"/>
              <a:gd name="connsiteY110" fmla="*/ 3299672 h 5229819"/>
              <a:gd name="connsiteX111" fmla="*/ 2367226 w 3706413"/>
              <a:gd name="connsiteY111" fmla="*/ 2661486 h 5229819"/>
              <a:gd name="connsiteX112" fmla="*/ 2207259 w 3706413"/>
              <a:gd name="connsiteY112" fmla="*/ 2694665 h 5229819"/>
              <a:gd name="connsiteX113" fmla="*/ 2179723 w 3706413"/>
              <a:gd name="connsiteY113" fmla="*/ 2818255 h 5229819"/>
              <a:gd name="connsiteX114" fmla="*/ 2514888 w 3706413"/>
              <a:gd name="connsiteY114" fmla="*/ 3048475 h 5229819"/>
              <a:gd name="connsiteX115" fmla="*/ 3189423 w 3706413"/>
              <a:gd name="connsiteY115" fmla="*/ 3180218 h 5229819"/>
              <a:gd name="connsiteX116" fmla="*/ 2232937 w 3706413"/>
              <a:gd name="connsiteY116" fmla="*/ 2769088 h 5229819"/>
              <a:gd name="connsiteX117" fmla="*/ 2352619 w 3706413"/>
              <a:gd name="connsiteY117" fmla="*/ 2743180 h 5229819"/>
              <a:gd name="connsiteX118" fmla="*/ 2721589 w 3706413"/>
              <a:gd name="connsiteY118" fmla="*/ 2876160 h 5229819"/>
              <a:gd name="connsiteX119" fmla="*/ 3060914 w 3706413"/>
              <a:gd name="connsiteY119" fmla="*/ 3014259 h 5229819"/>
              <a:gd name="connsiteX120" fmla="*/ 2965264 w 3706413"/>
              <a:gd name="connsiteY120" fmla="*/ 2935323 h 5229819"/>
              <a:gd name="connsiteX121" fmla="*/ 2367226 w 3706413"/>
              <a:gd name="connsiteY121" fmla="*/ 2661486 h 5229819"/>
              <a:gd name="connsiteX122" fmla="*/ 3210311 w 3706413"/>
              <a:gd name="connsiteY122" fmla="*/ 2079941 h 5229819"/>
              <a:gd name="connsiteX123" fmla="*/ 3306643 w 3706413"/>
              <a:gd name="connsiteY123" fmla="*/ 2095643 h 5229819"/>
              <a:gd name="connsiteX124" fmla="*/ 3675942 w 3706413"/>
              <a:gd name="connsiteY124" fmla="*/ 2418868 h 5229819"/>
              <a:gd name="connsiteX125" fmla="*/ 3706413 w 3706413"/>
              <a:gd name="connsiteY125" fmla="*/ 2484145 h 5229819"/>
              <a:gd name="connsiteX126" fmla="*/ 3706413 w 3706413"/>
              <a:gd name="connsiteY126" fmla="*/ 2627274 h 5229819"/>
              <a:gd name="connsiteX127" fmla="*/ 3681303 w 3706413"/>
              <a:gd name="connsiteY127" fmla="*/ 2546191 h 5229819"/>
              <a:gd name="connsiteX128" fmla="*/ 3407314 w 3706413"/>
              <a:gd name="connsiteY128" fmla="*/ 2211574 h 5229819"/>
              <a:gd name="connsiteX129" fmla="*/ 3381875 w 3706413"/>
              <a:gd name="connsiteY129" fmla="*/ 2214291 h 5229819"/>
              <a:gd name="connsiteX130" fmla="*/ 3584397 w 3706413"/>
              <a:gd name="connsiteY130" fmla="*/ 2615085 h 5229819"/>
              <a:gd name="connsiteX131" fmla="*/ 3706413 w 3706413"/>
              <a:gd name="connsiteY131" fmla="*/ 2824803 h 5229819"/>
              <a:gd name="connsiteX132" fmla="*/ 3706413 w 3706413"/>
              <a:gd name="connsiteY132" fmla="*/ 2949791 h 5229819"/>
              <a:gd name="connsiteX133" fmla="*/ 3298059 w 3706413"/>
              <a:gd name="connsiteY133" fmla="*/ 2192604 h 5229819"/>
              <a:gd name="connsiteX134" fmla="*/ 3453791 w 3706413"/>
              <a:gd name="connsiteY134" fmla="*/ 2686289 h 5229819"/>
              <a:gd name="connsiteX135" fmla="*/ 3706413 w 3706413"/>
              <a:gd name="connsiteY135" fmla="*/ 3036627 h 5229819"/>
              <a:gd name="connsiteX136" fmla="*/ 3706413 w 3706413"/>
              <a:gd name="connsiteY136" fmla="*/ 3122698 h 5229819"/>
              <a:gd name="connsiteX137" fmla="*/ 3584914 w 3706413"/>
              <a:gd name="connsiteY137" fmla="*/ 2963314 h 5229819"/>
              <a:gd name="connsiteX138" fmla="*/ 3404251 w 3706413"/>
              <a:gd name="connsiteY138" fmla="*/ 2718261 h 5229819"/>
              <a:gd name="connsiteX139" fmla="*/ 3291617 w 3706413"/>
              <a:gd name="connsiteY139" fmla="*/ 2490995 h 5229819"/>
              <a:gd name="connsiteX140" fmla="*/ 3218538 w 3706413"/>
              <a:gd name="connsiteY140" fmla="*/ 2205701 h 5229819"/>
              <a:gd name="connsiteX141" fmla="*/ 3210311 w 3706413"/>
              <a:gd name="connsiteY141" fmla="*/ 2079941 h 5229819"/>
              <a:gd name="connsiteX142" fmla="*/ 1350946 w 3706413"/>
              <a:gd name="connsiteY142" fmla="*/ 1631006 h 5229819"/>
              <a:gd name="connsiteX143" fmla="*/ 1004901 w 3706413"/>
              <a:gd name="connsiteY143" fmla="*/ 1697258 h 5229819"/>
              <a:gd name="connsiteX144" fmla="*/ 955407 w 3706413"/>
              <a:gd name="connsiteY144" fmla="*/ 1725240 h 5229819"/>
              <a:gd name="connsiteX145" fmla="*/ 1056827 w 3706413"/>
              <a:gd name="connsiteY145" fmla="*/ 1829253 h 5229819"/>
              <a:gd name="connsiteX146" fmla="*/ 1626585 w 3706413"/>
              <a:gd name="connsiteY146" fmla="*/ 2030287 h 5229819"/>
              <a:gd name="connsiteX147" fmla="*/ 2214811 w 3706413"/>
              <a:gd name="connsiteY147" fmla="*/ 2140743 h 5229819"/>
              <a:gd name="connsiteX148" fmla="*/ 2475442 w 3706413"/>
              <a:gd name="connsiteY148" fmla="*/ 2220115 h 5229819"/>
              <a:gd name="connsiteX149" fmla="*/ 1255641 w 3706413"/>
              <a:gd name="connsiteY149" fmla="*/ 1766864 h 5229819"/>
              <a:gd name="connsiteX150" fmla="*/ 1305929 w 3706413"/>
              <a:gd name="connsiteY150" fmla="*/ 1722974 h 5229819"/>
              <a:gd name="connsiteX151" fmla="*/ 2002915 w 3706413"/>
              <a:gd name="connsiteY151" fmla="*/ 1923946 h 5229819"/>
              <a:gd name="connsiteX152" fmla="*/ 2449662 w 3706413"/>
              <a:gd name="connsiteY152" fmla="*/ 2126020 h 5229819"/>
              <a:gd name="connsiteX153" fmla="*/ 2505028 w 3706413"/>
              <a:gd name="connsiteY153" fmla="*/ 2142789 h 5229819"/>
              <a:gd name="connsiteX154" fmla="*/ 2446175 w 3706413"/>
              <a:gd name="connsiteY154" fmla="*/ 2082091 h 5229819"/>
              <a:gd name="connsiteX155" fmla="*/ 2312648 w 3706413"/>
              <a:gd name="connsiteY155" fmla="*/ 1997116 h 5229819"/>
              <a:gd name="connsiteX156" fmla="*/ 1350946 w 3706413"/>
              <a:gd name="connsiteY156" fmla="*/ 1631006 h 5229819"/>
              <a:gd name="connsiteX157" fmla="*/ 2656659 w 3706413"/>
              <a:gd name="connsiteY157" fmla="*/ 1238775 h 5229819"/>
              <a:gd name="connsiteX158" fmla="*/ 2625436 w 3706413"/>
              <a:gd name="connsiteY158" fmla="*/ 1397072 h 5229819"/>
              <a:gd name="connsiteX159" fmla="*/ 2875161 w 3706413"/>
              <a:gd name="connsiteY159" fmla="*/ 2321650 h 5229819"/>
              <a:gd name="connsiteX160" fmla="*/ 2925722 w 3706413"/>
              <a:gd name="connsiteY160" fmla="*/ 2392692 h 5229819"/>
              <a:gd name="connsiteX161" fmla="*/ 2811462 w 3706413"/>
              <a:gd name="connsiteY161" fmla="*/ 1947758 h 5229819"/>
              <a:gd name="connsiteX162" fmla="*/ 2718919 w 3706413"/>
              <a:gd name="connsiteY162" fmla="*/ 1497019 h 5229819"/>
              <a:gd name="connsiteX163" fmla="*/ 2753255 w 3706413"/>
              <a:gd name="connsiteY163" fmla="*/ 1529176 h 5229819"/>
              <a:gd name="connsiteX164" fmla="*/ 2881379 w 3706413"/>
              <a:gd name="connsiteY164" fmla="*/ 2022317 h 5229819"/>
              <a:gd name="connsiteX165" fmla="*/ 2996393 w 3706413"/>
              <a:gd name="connsiteY165" fmla="*/ 2365005 h 5229819"/>
              <a:gd name="connsiteX166" fmla="*/ 3100133 w 3706413"/>
              <a:gd name="connsiteY166" fmla="*/ 2512233 h 5229819"/>
              <a:gd name="connsiteX167" fmla="*/ 3079545 w 3706413"/>
              <a:gd name="connsiteY167" fmla="*/ 1967247 h 5229819"/>
              <a:gd name="connsiteX168" fmla="*/ 2899475 w 3706413"/>
              <a:gd name="connsiteY168" fmla="*/ 1449951 h 5229819"/>
              <a:gd name="connsiteX169" fmla="*/ 2656659 w 3706413"/>
              <a:gd name="connsiteY169" fmla="*/ 1238775 h 5229819"/>
              <a:gd name="connsiteX170" fmla="*/ 3706413 w 3706413"/>
              <a:gd name="connsiteY170" fmla="*/ 1137947 h 5229819"/>
              <a:gd name="connsiteX171" fmla="*/ 3706413 w 3706413"/>
              <a:gd name="connsiteY171" fmla="*/ 1243206 h 5229819"/>
              <a:gd name="connsiteX172" fmla="*/ 3696802 w 3706413"/>
              <a:gd name="connsiteY172" fmla="*/ 1277693 h 5229819"/>
              <a:gd name="connsiteX173" fmla="*/ 3654274 w 3706413"/>
              <a:gd name="connsiteY173" fmla="*/ 1577573 h 5229819"/>
              <a:gd name="connsiteX174" fmla="*/ 3690859 w 3706413"/>
              <a:gd name="connsiteY174" fmla="*/ 1995668 h 5229819"/>
              <a:gd name="connsiteX175" fmla="*/ 3706413 w 3706413"/>
              <a:gd name="connsiteY175" fmla="*/ 2066513 h 5229819"/>
              <a:gd name="connsiteX176" fmla="*/ 3706413 w 3706413"/>
              <a:gd name="connsiteY176" fmla="*/ 2262940 h 5229819"/>
              <a:gd name="connsiteX177" fmla="*/ 3657271 w 3706413"/>
              <a:gd name="connsiteY177" fmla="*/ 2111802 h 5229819"/>
              <a:gd name="connsiteX178" fmla="*/ 3602351 w 3706413"/>
              <a:gd name="connsiteY178" fmla="*/ 1469850 h 5229819"/>
              <a:gd name="connsiteX179" fmla="*/ 3678488 w 3706413"/>
              <a:gd name="connsiteY179" fmla="*/ 1166299 h 5229819"/>
              <a:gd name="connsiteX180" fmla="*/ 1367798 w 3706413"/>
              <a:gd name="connsiteY180" fmla="*/ 807514 h 5229819"/>
              <a:gd name="connsiteX181" fmla="*/ 1321670 w 3706413"/>
              <a:gd name="connsiteY181" fmla="*/ 812743 h 5229819"/>
              <a:gd name="connsiteX182" fmla="*/ 1326427 w 3706413"/>
              <a:gd name="connsiteY182" fmla="*/ 995044 h 5229819"/>
              <a:gd name="connsiteX183" fmla="*/ 1646715 w 3706413"/>
              <a:gd name="connsiteY183" fmla="*/ 1403714 h 5229819"/>
              <a:gd name="connsiteX184" fmla="*/ 1699020 w 3706413"/>
              <a:gd name="connsiteY184" fmla="*/ 1462003 h 5229819"/>
              <a:gd name="connsiteX185" fmla="*/ 2128129 w 3706413"/>
              <a:gd name="connsiteY185" fmla="*/ 1776540 h 5229819"/>
              <a:gd name="connsiteX186" fmla="*/ 2153908 w 3706413"/>
              <a:gd name="connsiteY186" fmla="*/ 1776925 h 5229819"/>
              <a:gd name="connsiteX187" fmla="*/ 1447891 w 3706413"/>
              <a:gd name="connsiteY187" fmla="*/ 949010 h 5229819"/>
              <a:gd name="connsiteX188" fmla="*/ 1451500 w 3706413"/>
              <a:gd name="connsiteY188" fmla="*/ 904772 h 5229819"/>
              <a:gd name="connsiteX189" fmla="*/ 1824226 w 3706413"/>
              <a:gd name="connsiteY189" fmla="*/ 1311217 h 5229819"/>
              <a:gd name="connsiteX190" fmla="*/ 2204689 w 3706413"/>
              <a:gd name="connsiteY190" fmla="*/ 1730927 h 5229819"/>
              <a:gd name="connsiteX191" fmla="*/ 1890667 w 3706413"/>
              <a:gd name="connsiteY191" fmla="*/ 1206353 h 5229819"/>
              <a:gd name="connsiteX192" fmla="*/ 1627192 w 3706413"/>
              <a:gd name="connsiteY192" fmla="*/ 933479 h 5229819"/>
              <a:gd name="connsiteX193" fmla="*/ 1367798 w 3706413"/>
              <a:gd name="connsiteY193" fmla="*/ 807514 h 5229819"/>
              <a:gd name="connsiteX194" fmla="*/ 283580 w 3706413"/>
              <a:gd name="connsiteY194" fmla="*/ 681216 h 5229819"/>
              <a:gd name="connsiteX195" fmla="*/ 110348 w 3706413"/>
              <a:gd name="connsiteY195" fmla="*/ 708025 h 5229819"/>
              <a:gd name="connsiteX196" fmla="*/ 85723 w 3706413"/>
              <a:gd name="connsiteY196" fmla="*/ 819576 h 5229819"/>
              <a:gd name="connsiteX197" fmla="*/ 199932 w 3706413"/>
              <a:gd name="connsiteY197" fmla="*/ 893664 h 5229819"/>
              <a:gd name="connsiteX198" fmla="*/ 740736 w 3706413"/>
              <a:gd name="connsiteY198" fmla="*/ 1064235 h 5229819"/>
              <a:gd name="connsiteX199" fmla="*/ 1110528 w 3706413"/>
              <a:gd name="connsiteY199" fmla="*/ 1146285 h 5229819"/>
              <a:gd name="connsiteX200" fmla="*/ 459412 w 3706413"/>
              <a:gd name="connsiteY200" fmla="*/ 885372 h 5229819"/>
              <a:gd name="connsiteX201" fmla="*/ 543138 w 3706413"/>
              <a:gd name="connsiteY201" fmla="*/ 845601 h 5229819"/>
              <a:gd name="connsiteX202" fmla="*/ 910153 w 3706413"/>
              <a:gd name="connsiteY202" fmla="*/ 948610 h 5229819"/>
              <a:gd name="connsiteX203" fmla="*/ 966399 w 3706413"/>
              <a:gd name="connsiteY203" fmla="*/ 962382 h 5229819"/>
              <a:gd name="connsiteX204" fmla="*/ 283580 w 3706413"/>
              <a:gd name="connsiteY204" fmla="*/ 681216 h 5229819"/>
              <a:gd name="connsiteX205" fmla="*/ 1590373 w 3706413"/>
              <a:gd name="connsiteY205" fmla="*/ 207352 h 5229819"/>
              <a:gd name="connsiteX206" fmla="*/ 1849000 w 3706413"/>
              <a:gd name="connsiteY206" fmla="*/ 1052202 h 5229819"/>
              <a:gd name="connsiteX207" fmla="*/ 1897521 w 3706413"/>
              <a:gd name="connsiteY207" fmla="*/ 1104633 h 5229819"/>
              <a:gd name="connsiteX208" fmla="*/ 1590373 w 3706413"/>
              <a:gd name="connsiteY208" fmla="*/ 207352 h 5229819"/>
              <a:gd name="connsiteX209" fmla="*/ 1477590 w 3706413"/>
              <a:gd name="connsiteY209" fmla="*/ 196987 h 5229819"/>
              <a:gd name="connsiteX210" fmla="*/ 1734197 w 3706413"/>
              <a:gd name="connsiteY210" fmla="*/ 915385 h 5229819"/>
              <a:gd name="connsiteX211" fmla="*/ 1477590 w 3706413"/>
              <a:gd name="connsiteY211" fmla="*/ 196987 h 5229819"/>
              <a:gd name="connsiteX212" fmla="*/ 1520807 w 3706413"/>
              <a:gd name="connsiteY212" fmla="*/ 401 h 5229819"/>
              <a:gd name="connsiteX213" fmla="*/ 1959261 w 3706413"/>
              <a:gd name="connsiteY213" fmla="*/ 1004279 h 5229819"/>
              <a:gd name="connsiteX214" fmla="*/ 1999831 w 3706413"/>
              <a:gd name="connsiteY214" fmla="*/ 1233302 h 5229819"/>
              <a:gd name="connsiteX215" fmla="*/ 2119085 w 3706413"/>
              <a:gd name="connsiteY215" fmla="*/ 1423964 h 5229819"/>
              <a:gd name="connsiteX216" fmla="*/ 2335471 w 3706413"/>
              <a:gd name="connsiteY216" fmla="*/ 1850384 h 5229819"/>
              <a:gd name="connsiteX217" fmla="*/ 2392591 w 3706413"/>
              <a:gd name="connsiteY217" fmla="*/ 1951489 h 5229819"/>
              <a:gd name="connsiteX218" fmla="*/ 2748943 w 3706413"/>
              <a:gd name="connsiteY218" fmla="*/ 2303364 h 5229819"/>
              <a:gd name="connsiteX219" fmla="*/ 2806241 w 3706413"/>
              <a:gd name="connsiteY219" fmla="*/ 2339964 h 5229819"/>
              <a:gd name="connsiteX220" fmla="*/ 2679338 w 3706413"/>
              <a:gd name="connsiteY220" fmla="*/ 2010074 h 5229819"/>
              <a:gd name="connsiteX221" fmla="*/ 2606989 w 3706413"/>
              <a:gd name="connsiteY221" fmla="*/ 1775538 h 5229819"/>
              <a:gd name="connsiteX222" fmla="*/ 2582155 w 3706413"/>
              <a:gd name="connsiteY222" fmla="*/ 1309760 h 5229819"/>
              <a:gd name="connsiteX223" fmla="*/ 2592851 w 3706413"/>
              <a:gd name="connsiteY223" fmla="*/ 1261833 h 5229819"/>
              <a:gd name="connsiteX224" fmla="*/ 2718128 w 3706413"/>
              <a:gd name="connsiteY224" fmla="*/ 1210907 h 5229819"/>
              <a:gd name="connsiteX225" fmla="*/ 2951511 w 3706413"/>
              <a:gd name="connsiteY225" fmla="*/ 1441852 h 5229819"/>
              <a:gd name="connsiteX226" fmla="*/ 3160173 w 3706413"/>
              <a:gd name="connsiteY226" fmla="*/ 2233223 h 5229819"/>
              <a:gd name="connsiteX227" fmla="*/ 3158785 w 3706413"/>
              <a:gd name="connsiteY227" fmla="*/ 2488422 h 5229819"/>
              <a:gd name="connsiteX228" fmla="*/ 3209364 w 3706413"/>
              <a:gd name="connsiteY228" fmla="*/ 2753645 h 5229819"/>
              <a:gd name="connsiteX229" fmla="*/ 3471364 w 3706413"/>
              <a:gd name="connsiteY229" fmla="*/ 3105660 h 5229819"/>
              <a:gd name="connsiteX230" fmla="*/ 3623977 w 3706413"/>
              <a:gd name="connsiteY230" fmla="*/ 3294563 h 5229819"/>
              <a:gd name="connsiteX231" fmla="*/ 3706413 w 3706413"/>
              <a:gd name="connsiteY231" fmla="*/ 3401612 h 5229819"/>
              <a:gd name="connsiteX232" fmla="*/ 3706413 w 3706413"/>
              <a:gd name="connsiteY232" fmla="*/ 3545638 h 5229819"/>
              <a:gd name="connsiteX233" fmla="*/ 3608502 w 3706413"/>
              <a:gd name="connsiteY233" fmla="*/ 3503365 h 5229819"/>
              <a:gd name="connsiteX234" fmla="*/ 3297560 w 3706413"/>
              <a:gd name="connsiteY234" fmla="*/ 3451338 h 5229819"/>
              <a:gd name="connsiteX235" fmla="*/ 3006185 w 3706413"/>
              <a:gd name="connsiteY235" fmla="*/ 3521395 h 5229819"/>
              <a:gd name="connsiteX236" fmla="*/ 2745224 w 3706413"/>
              <a:gd name="connsiteY236" fmla="*/ 3629721 h 5229819"/>
              <a:gd name="connsiteX237" fmla="*/ 2266244 w 3706413"/>
              <a:gd name="connsiteY237" fmla="*/ 3673727 h 5229819"/>
              <a:gd name="connsiteX238" fmla="*/ 1968615 w 3706413"/>
              <a:gd name="connsiteY238" fmla="*/ 3585320 h 5229819"/>
              <a:gd name="connsiteX239" fmla="*/ 1898396 w 3706413"/>
              <a:gd name="connsiteY239" fmla="*/ 3500287 h 5229819"/>
              <a:gd name="connsiteX240" fmla="*/ 1989083 w 3706413"/>
              <a:gd name="connsiteY240" fmla="*/ 3427016 h 5229819"/>
              <a:gd name="connsiteX241" fmla="*/ 2389567 w 3706413"/>
              <a:gd name="connsiteY241" fmla="*/ 3290809 h 5229819"/>
              <a:gd name="connsiteX242" fmla="*/ 3205300 w 3706413"/>
              <a:gd name="connsiteY242" fmla="*/ 3375769 h 5229819"/>
              <a:gd name="connsiteX243" fmla="*/ 3240592 w 3706413"/>
              <a:gd name="connsiteY243" fmla="*/ 3390188 h 5229819"/>
              <a:gd name="connsiteX244" fmla="*/ 3590446 w 3706413"/>
              <a:gd name="connsiteY244" fmla="*/ 3433644 h 5229819"/>
              <a:gd name="connsiteX245" fmla="*/ 3581651 w 3706413"/>
              <a:gd name="connsiteY245" fmla="*/ 3418443 h 5229819"/>
              <a:gd name="connsiteX246" fmla="*/ 3371466 w 3706413"/>
              <a:gd name="connsiteY246" fmla="*/ 3338517 h 5229819"/>
              <a:gd name="connsiteX247" fmla="*/ 3329835 w 3706413"/>
              <a:gd name="connsiteY247" fmla="*/ 3315870 h 5229819"/>
              <a:gd name="connsiteX248" fmla="*/ 3091307 w 3706413"/>
              <a:gd name="connsiteY248" fmla="*/ 3229805 h 5229819"/>
              <a:gd name="connsiteX249" fmla="*/ 2723879 w 3706413"/>
              <a:gd name="connsiteY249" fmla="*/ 3162709 h 5229819"/>
              <a:gd name="connsiteX250" fmla="*/ 2203034 w 3706413"/>
              <a:gd name="connsiteY250" fmla="*/ 2922890 h 5229819"/>
              <a:gd name="connsiteX251" fmla="*/ 2101110 w 3706413"/>
              <a:gd name="connsiteY251" fmla="*/ 2793332 h 5229819"/>
              <a:gd name="connsiteX252" fmla="*/ 2116325 w 3706413"/>
              <a:gd name="connsiteY252" fmla="*/ 2687419 h 5229819"/>
              <a:gd name="connsiteX253" fmla="*/ 2319352 w 3706413"/>
              <a:gd name="connsiteY253" fmla="*/ 2601737 h 5229819"/>
              <a:gd name="connsiteX254" fmla="*/ 2766163 w 3706413"/>
              <a:gd name="connsiteY254" fmla="*/ 2737145 h 5229819"/>
              <a:gd name="connsiteX255" fmla="*/ 2974746 w 3706413"/>
              <a:gd name="connsiteY255" fmla="*/ 2866399 h 5229819"/>
              <a:gd name="connsiteX256" fmla="*/ 3252625 w 3706413"/>
              <a:gd name="connsiteY256" fmla="*/ 3111944 h 5229819"/>
              <a:gd name="connsiteX257" fmla="*/ 3398162 w 3706413"/>
              <a:gd name="connsiteY257" fmla="*/ 3234826 h 5229819"/>
              <a:gd name="connsiteX258" fmla="*/ 3566326 w 3706413"/>
              <a:gd name="connsiteY258" fmla="*/ 3338157 h 5229819"/>
              <a:gd name="connsiteX259" fmla="*/ 3542324 w 3706413"/>
              <a:gd name="connsiteY259" fmla="*/ 3269103 h 5229819"/>
              <a:gd name="connsiteX260" fmla="*/ 3361463 w 3706413"/>
              <a:gd name="connsiteY260" fmla="*/ 3048843 h 5229819"/>
              <a:gd name="connsiteX261" fmla="*/ 2760231 w 3706413"/>
              <a:gd name="connsiteY261" fmla="*/ 2387604 h 5229819"/>
              <a:gd name="connsiteX262" fmla="*/ 2690109 w 3706413"/>
              <a:gd name="connsiteY262" fmla="*/ 2343136 h 5229819"/>
              <a:gd name="connsiteX263" fmla="*/ 2584945 w 3706413"/>
              <a:gd name="connsiteY263" fmla="*/ 2319604 h 5229819"/>
              <a:gd name="connsiteX264" fmla="*/ 2476459 w 3706413"/>
              <a:gd name="connsiteY264" fmla="*/ 2274585 h 5229819"/>
              <a:gd name="connsiteX265" fmla="*/ 1635021 w 3706413"/>
              <a:gd name="connsiteY265" fmla="*/ 2080790 h 5229819"/>
              <a:gd name="connsiteX266" fmla="*/ 994284 w 3706413"/>
              <a:gd name="connsiteY266" fmla="*/ 1848426 h 5229819"/>
              <a:gd name="connsiteX267" fmla="*/ 900907 w 3706413"/>
              <a:gd name="connsiteY267" fmla="*/ 1722986 h 5229819"/>
              <a:gd name="connsiteX268" fmla="*/ 1019942 w 3706413"/>
              <a:gd name="connsiteY268" fmla="*/ 1634959 h 5229819"/>
              <a:gd name="connsiteX269" fmla="*/ 1436756 w 3706413"/>
              <a:gd name="connsiteY269" fmla="*/ 1581585 h 5229819"/>
              <a:gd name="connsiteX270" fmla="*/ 1745065 w 3706413"/>
              <a:gd name="connsiteY270" fmla="*/ 1615304 h 5229819"/>
              <a:gd name="connsiteX271" fmla="*/ 1601192 w 3706413"/>
              <a:gd name="connsiteY271" fmla="*/ 1445865 h 5229819"/>
              <a:gd name="connsiteX272" fmla="*/ 1401935 w 3706413"/>
              <a:gd name="connsiteY272" fmla="*/ 1322332 h 5229819"/>
              <a:gd name="connsiteX273" fmla="*/ 1350058 w 3706413"/>
              <a:gd name="connsiteY273" fmla="*/ 1304329 h 5229819"/>
              <a:gd name="connsiteX274" fmla="*/ 1196299 w 3706413"/>
              <a:gd name="connsiteY274" fmla="*/ 1267380 h 5229819"/>
              <a:gd name="connsiteX275" fmla="*/ 1010774 w 3706413"/>
              <a:gd name="connsiteY275" fmla="*/ 1183133 h 5229819"/>
              <a:gd name="connsiteX276" fmla="*/ 762606 w 3706413"/>
              <a:gd name="connsiteY276" fmla="*/ 1122658 h 5229819"/>
              <a:gd name="connsiteX277" fmla="*/ 154893 w 3706413"/>
              <a:gd name="connsiteY277" fmla="*/ 930327 h 5229819"/>
              <a:gd name="connsiteX278" fmla="*/ 41348 w 3706413"/>
              <a:gd name="connsiteY278" fmla="*/ 855682 h 5229819"/>
              <a:gd name="connsiteX279" fmla="*/ 71618 w 3706413"/>
              <a:gd name="connsiteY279" fmla="*/ 669959 h 5229819"/>
              <a:gd name="connsiteX280" fmla="*/ 192882 w 3706413"/>
              <a:gd name="connsiteY280" fmla="*/ 633126 h 5229819"/>
              <a:gd name="connsiteX281" fmla="*/ 753661 w 3706413"/>
              <a:gd name="connsiteY281" fmla="*/ 741211 h 5229819"/>
              <a:gd name="connsiteX282" fmla="*/ 1255776 w 3706413"/>
              <a:gd name="connsiteY282" fmla="*/ 1147472 h 5229819"/>
              <a:gd name="connsiteX283" fmla="*/ 1455766 w 3706413"/>
              <a:gd name="connsiteY283" fmla="*/ 1276598 h 5229819"/>
              <a:gd name="connsiteX284" fmla="*/ 1288932 w 3706413"/>
              <a:gd name="connsiteY284" fmla="*/ 1033280 h 5229819"/>
              <a:gd name="connsiteX285" fmla="*/ 1232411 w 3706413"/>
              <a:gd name="connsiteY285" fmla="*/ 880301 h 5229819"/>
              <a:gd name="connsiteX286" fmla="*/ 1384570 w 3706413"/>
              <a:gd name="connsiteY286" fmla="*/ 733996 h 5229819"/>
              <a:gd name="connsiteX287" fmla="*/ 1507746 w 3706413"/>
              <a:gd name="connsiteY287" fmla="*/ 755398 h 5229819"/>
              <a:gd name="connsiteX288" fmla="*/ 1477350 w 3706413"/>
              <a:gd name="connsiteY288" fmla="*/ 678725 h 5229819"/>
              <a:gd name="connsiteX289" fmla="*/ 1417151 w 3706413"/>
              <a:gd name="connsiteY289" fmla="*/ 168105 h 5229819"/>
              <a:gd name="connsiteX290" fmla="*/ 1520807 w 3706413"/>
              <a:gd name="connsiteY290"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Lst>
            <a:rect l="l" t="t" r="r" b="b"/>
            <a:pathLst>
              <a:path w="3706413" h="5229819">
                <a:moveTo>
                  <a:pt x="3324222" y="5028685"/>
                </a:moveTo>
                <a:cubicBezTo>
                  <a:pt x="2914191" y="5017649"/>
                  <a:pt x="2457659" y="5092074"/>
                  <a:pt x="2393353" y="5115550"/>
                </a:cubicBezTo>
                <a:cubicBezTo>
                  <a:pt x="2431157" y="5160603"/>
                  <a:pt x="2707409" y="5188478"/>
                  <a:pt x="2867479" y="5174972"/>
                </a:cubicBezTo>
                <a:cubicBezTo>
                  <a:pt x="3128478" y="5152984"/>
                  <a:pt x="3388566" y="5120472"/>
                  <a:pt x="3648886" y="5092281"/>
                </a:cubicBezTo>
                <a:cubicBezTo>
                  <a:pt x="3667175" y="5090483"/>
                  <a:pt x="3685179" y="5084973"/>
                  <a:pt x="3702503" y="5073259"/>
                </a:cubicBezTo>
                <a:cubicBezTo>
                  <a:pt x="3592409" y="5045537"/>
                  <a:pt x="3460899" y="5032363"/>
                  <a:pt x="3324222" y="5028685"/>
                </a:cubicBezTo>
                <a:close/>
                <a:moveTo>
                  <a:pt x="2943802" y="4819637"/>
                </a:moveTo>
                <a:cubicBezTo>
                  <a:pt x="2893293" y="4817421"/>
                  <a:pt x="2839830" y="4831234"/>
                  <a:pt x="2790751" y="4847576"/>
                </a:cubicBezTo>
                <a:cubicBezTo>
                  <a:pt x="2669496" y="4887789"/>
                  <a:pt x="2461044" y="5000040"/>
                  <a:pt x="2434897" y="5031577"/>
                </a:cubicBezTo>
                <a:cubicBezTo>
                  <a:pt x="2484364" y="5038618"/>
                  <a:pt x="2785484" y="4986917"/>
                  <a:pt x="2951768" y="4976098"/>
                </a:cubicBezTo>
                <a:cubicBezTo>
                  <a:pt x="3119274" y="4965385"/>
                  <a:pt x="3287249" y="4966695"/>
                  <a:pt x="3475392" y="4962373"/>
                </a:cubicBezTo>
                <a:cubicBezTo>
                  <a:pt x="3291674" y="4892417"/>
                  <a:pt x="3125043" y="4827317"/>
                  <a:pt x="2943802" y="4819637"/>
                </a:cubicBezTo>
                <a:close/>
                <a:moveTo>
                  <a:pt x="2984957" y="4764199"/>
                </a:moveTo>
                <a:cubicBezTo>
                  <a:pt x="3018240" y="4767408"/>
                  <a:pt x="3051712" y="4773969"/>
                  <a:pt x="3085247" y="4783935"/>
                </a:cubicBezTo>
                <a:cubicBezTo>
                  <a:pt x="3248124" y="4832427"/>
                  <a:pt x="3408749" y="4889020"/>
                  <a:pt x="3570306" y="4942005"/>
                </a:cubicBezTo>
                <a:lnTo>
                  <a:pt x="3706413" y="4985431"/>
                </a:lnTo>
                <a:lnTo>
                  <a:pt x="3706413" y="5138759"/>
                </a:lnTo>
                <a:lnTo>
                  <a:pt x="3666470" y="5143575"/>
                </a:lnTo>
                <a:cubicBezTo>
                  <a:pt x="3408699" y="5170758"/>
                  <a:pt x="3151374" y="5199821"/>
                  <a:pt x="2893424" y="5222073"/>
                </a:cubicBez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3087942" y="4378606"/>
                </a:moveTo>
                <a:cubicBezTo>
                  <a:pt x="3144748" y="4441586"/>
                  <a:pt x="3195973" y="4512072"/>
                  <a:pt x="3296563" y="4500490"/>
                </a:cubicBezTo>
                <a:cubicBezTo>
                  <a:pt x="3227004" y="4460065"/>
                  <a:pt x="3157778" y="4419362"/>
                  <a:pt x="3087942" y="4378606"/>
                </a:cubicBezTo>
                <a:close/>
                <a:moveTo>
                  <a:pt x="3244519" y="4342061"/>
                </a:moveTo>
                <a:cubicBezTo>
                  <a:pt x="3237398" y="4401665"/>
                  <a:pt x="3296048" y="4447292"/>
                  <a:pt x="3437633" y="4493328"/>
                </a:cubicBezTo>
                <a:cubicBezTo>
                  <a:pt x="3374983" y="4444284"/>
                  <a:pt x="3312334" y="4395239"/>
                  <a:pt x="3244519" y="4342061"/>
                </a:cubicBezTo>
                <a:close/>
                <a:moveTo>
                  <a:pt x="1907604" y="4339664"/>
                </a:move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832100" y="4658202"/>
                  <a:pt x="3016629" y="4649574"/>
                  <a:pt x="3196930" y="4588044"/>
                </a:cubicBezTo>
                <a:cubicBezTo>
                  <a:pt x="3198959" y="4579002"/>
                  <a:pt x="3200989" y="4569960"/>
                  <a:pt x="3203019" y="4560918"/>
                </a:cubicBezTo>
                <a:cubicBezTo>
                  <a:pt x="3130559" y="4535912"/>
                  <a:pt x="3058809" y="450635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88997" y="3810128"/>
                </a:moveTo>
                <a:cubicBezTo>
                  <a:pt x="2831670" y="3941058"/>
                  <a:pt x="2937046" y="4076752"/>
                  <a:pt x="3092476" y="4164235"/>
                </a:cubicBezTo>
                <a:cubicBezTo>
                  <a:pt x="3210716" y="4230989"/>
                  <a:pt x="3312281" y="4326412"/>
                  <a:pt x="3421465" y="4408668"/>
                </a:cubicBezTo>
                <a:cubicBezTo>
                  <a:pt x="3449123" y="4429493"/>
                  <a:pt x="3477776" y="4449483"/>
                  <a:pt x="3516150" y="4477687"/>
                </a:cubicBezTo>
                <a:cubicBezTo>
                  <a:pt x="3438660" y="4249159"/>
                  <a:pt x="2930483" y="3834999"/>
                  <a:pt x="2688997" y="3810128"/>
                </a:cubicBezTo>
                <a:close/>
                <a:moveTo>
                  <a:pt x="2629101" y="3729983"/>
                </a:moveTo>
                <a:cubicBezTo>
                  <a:pt x="2661589" y="3730947"/>
                  <a:pt x="2697073" y="3732787"/>
                  <a:pt x="2725377" y="3746294"/>
                </a:cubicBezTo>
                <a:cubicBezTo>
                  <a:pt x="2822777" y="3791583"/>
                  <a:pt x="2920786" y="3836926"/>
                  <a:pt x="3013384" y="3891324"/>
                </a:cubicBezTo>
                <a:cubicBezTo>
                  <a:pt x="3287958" y="4052706"/>
                  <a:pt x="3483613" y="4293294"/>
                  <a:pt x="3660848" y="4551031"/>
                </a:cubicBezTo>
                <a:cubicBezTo>
                  <a:pt x="3674449" y="4570948"/>
                  <a:pt x="3688952" y="4591098"/>
                  <a:pt x="3704859" y="4609717"/>
                </a:cubicBezTo>
                <a:lnTo>
                  <a:pt x="3706413" y="4611184"/>
                </a:lnTo>
                <a:lnTo>
                  <a:pt x="3706413" y="4755886"/>
                </a:lnTo>
                <a:lnTo>
                  <a:pt x="3552833" y="4689924"/>
                </a:lnTo>
                <a:cubicBezTo>
                  <a:pt x="3492107" y="4665524"/>
                  <a:pt x="3430822" y="4642291"/>
                  <a:pt x="3369302" y="4619536"/>
                </a:cubicBezTo>
                <a:cubicBezTo>
                  <a:pt x="3337176" y="4607541"/>
                  <a:pt x="3310571" y="4609543"/>
                  <a:pt x="3276509" y="4622882"/>
                </a:cubicBezTo>
                <a:cubicBezTo>
                  <a:pt x="3075959" y="4701405"/>
                  <a:pt x="2866571" y="4723552"/>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3397898" y="3668670"/>
                </a:moveTo>
                <a:cubicBezTo>
                  <a:pt x="3415283" y="3667983"/>
                  <a:pt x="3433355" y="3673847"/>
                  <a:pt x="3449283" y="3681369"/>
                </a:cubicBezTo>
                <a:cubicBezTo>
                  <a:pt x="3508306" y="3708900"/>
                  <a:pt x="3568531" y="3734999"/>
                  <a:pt x="3627665" y="3763001"/>
                </a:cubicBezTo>
                <a:lnTo>
                  <a:pt x="3706413" y="3805642"/>
                </a:lnTo>
                <a:lnTo>
                  <a:pt x="3706413" y="3865937"/>
                </a:lnTo>
                <a:lnTo>
                  <a:pt x="3673535" y="3844482"/>
                </a:lnTo>
                <a:cubicBezTo>
                  <a:pt x="3568081" y="3782444"/>
                  <a:pt x="3464597" y="3742260"/>
                  <a:pt x="3391447" y="3744577"/>
                </a:cubicBezTo>
                <a:cubicBezTo>
                  <a:pt x="3445826" y="3859271"/>
                  <a:pt x="3536464" y="3928863"/>
                  <a:pt x="3623365" y="3988607"/>
                </a:cubicBezTo>
                <a:cubicBezTo>
                  <a:pt x="3638783" y="3991476"/>
                  <a:pt x="3644443" y="3993502"/>
                  <a:pt x="3645161" y="3992335"/>
                </a:cubicBezTo>
                <a:cubicBezTo>
                  <a:pt x="3651900" y="3982164"/>
                  <a:pt x="3658083" y="3971330"/>
                  <a:pt x="3669623" y="3952050"/>
                </a:cubicBezTo>
                <a:lnTo>
                  <a:pt x="3706413" y="3970469"/>
                </a:lnTo>
                <a:lnTo>
                  <a:pt x="3706413" y="4112777"/>
                </a:lnTo>
                <a:lnTo>
                  <a:pt x="3499463" y="3964991"/>
                </a:lnTo>
                <a:cubicBezTo>
                  <a:pt x="3444087" y="3920570"/>
                  <a:pt x="3399487" y="3862025"/>
                  <a:pt x="3355004" y="3805641"/>
                </a:cubicBezTo>
                <a:cubicBezTo>
                  <a:pt x="3329592" y="3773334"/>
                  <a:pt x="3324339" y="3732017"/>
                  <a:pt x="3350639" y="3695270"/>
                </a:cubicBezTo>
                <a:cubicBezTo>
                  <a:pt x="3363817" y="3676592"/>
                  <a:pt x="3380514" y="3669356"/>
                  <a:pt x="3397898" y="3668670"/>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367226" y="2661486"/>
                </a:move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728972" y="3136419"/>
                  <a:pt x="2958854" y="3153527"/>
                  <a:pt x="3189423" y="3180218"/>
                </a:cubicBezTo>
                <a:cubicBezTo>
                  <a:pt x="2893454" y="2996709"/>
                  <a:pt x="2335267" y="2789917"/>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lose/>
                <a:moveTo>
                  <a:pt x="3210311" y="2079941"/>
                </a:moveTo>
                <a:cubicBezTo>
                  <a:pt x="3256248" y="2071316"/>
                  <a:pt x="3282832" y="2083445"/>
                  <a:pt x="3306643" y="2095643"/>
                </a:cubicBezTo>
                <a:cubicBezTo>
                  <a:pt x="3457298" y="2173726"/>
                  <a:pt x="3595565" y="2272144"/>
                  <a:pt x="3675942" y="2418868"/>
                </a:cubicBezTo>
                <a:lnTo>
                  <a:pt x="3706413" y="2484145"/>
                </a:lnTo>
                <a:lnTo>
                  <a:pt x="3706413" y="2627274"/>
                </a:lnTo>
                <a:lnTo>
                  <a:pt x="3681303" y="2546191"/>
                </a:lnTo>
                <a:cubicBezTo>
                  <a:pt x="3633669" y="2400434"/>
                  <a:pt x="3529701" y="2297429"/>
                  <a:pt x="3407314" y="2211574"/>
                </a:cubicBezTo>
                <a:cubicBezTo>
                  <a:pt x="3394822" y="2203428"/>
                  <a:pt x="3390274" y="2202727"/>
                  <a:pt x="3381875" y="2214291"/>
                </a:cubicBezTo>
                <a:cubicBezTo>
                  <a:pt x="3440248" y="2353295"/>
                  <a:pt x="3510385" y="2485252"/>
                  <a:pt x="3584397" y="2615085"/>
                </a:cubicBezTo>
                <a:lnTo>
                  <a:pt x="3706413" y="2824803"/>
                </a:lnTo>
                <a:lnTo>
                  <a:pt x="3706413" y="2949791"/>
                </a:lnTo>
                <a:lnTo>
                  <a:pt x="3298059" y="2192604"/>
                </a:lnTo>
                <a:cubicBezTo>
                  <a:pt x="3309571" y="2371494"/>
                  <a:pt x="3349665" y="2539950"/>
                  <a:pt x="3453791" y="2686289"/>
                </a:cubicBezTo>
                <a:lnTo>
                  <a:pt x="3706413" y="3036627"/>
                </a:lnTo>
                <a:lnTo>
                  <a:pt x="3706413" y="3122698"/>
                </a:lnTo>
                <a:lnTo>
                  <a:pt x="3584914" y="2963314"/>
                </a:lnTo>
                <a:cubicBezTo>
                  <a:pt x="3523540" y="2882503"/>
                  <a:pt x="3462823" y="2801211"/>
                  <a:pt x="3404251" y="2718261"/>
                </a:cubicBezTo>
                <a:cubicBezTo>
                  <a:pt x="3355914" y="2649869"/>
                  <a:pt x="3319635" y="2570229"/>
                  <a:pt x="3291617" y="2490995"/>
                </a:cubicBezTo>
                <a:cubicBezTo>
                  <a:pt x="3258912" y="2398760"/>
                  <a:pt x="3239555" y="2301534"/>
                  <a:pt x="3218538" y="2205701"/>
                </a:cubicBezTo>
                <a:cubicBezTo>
                  <a:pt x="3210690" y="2169382"/>
                  <a:pt x="3196515" y="2083051"/>
                  <a:pt x="3210311" y="2079941"/>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3706413" y="1137947"/>
                </a:moveTo>
                <a:lnTo>
                  <a:pt x="3706413" y="1243206"/>
                </a:lnTo>
                <a:lnTo>
                  <a:pt x="3696802" y="1277693"/>
                </a:lnTo>
                <a:cubicBezTo>
                  <a:pt x="3680907" y="1377402"/>
                  <a:pt x="3652651" y="1477886"/>
                  <a:pt x="3654274" y="1577573"/>
                </a:cubicBezTo>
                <a:cubicBezTo>
                  <a:pt x="3656218" y="1718766"/>
                  <a:pt x="3665324" y="1858888"/>
                  <a:pt x="3690859" y="1995668"/>
                </a:cubicBezTo>
                <a:lnTo>
                  <a:pt x="3706413" y="2066513"/>
                </a:lnTo>
                <a:lnTo>
                  <a:pt x="3706413" y="2262940"/>
                </a:lnTo>
                <a:lnTo>
                  <a:pt x="3657271" y="2111802"/>
                </a:lnTo>
                <a:cubicBezTo>
                  <a:pt x="3602913" y="1902824"/>
                  <a:pt x="3586529" y="1687624"/>
                  <a:pt x="3602351" y="1469850"/>
                </a:cubicBezTo>
                <a:cubicBezTo>
                  <a:pt x="3609765" y="1370484"/>
                  <a:pt x="3619982" y="1243361"/>
                  <a:pt x="3678488" y="1166299"/>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67861" y="1693097"/>
                  <a:pt x="3162162" y="1950423"/>
                  <a:pt x="3160173" y="2233223"/>
                </a:cubicBezTo>
                <a:cubicBezTo>
                  <a:pt x="3159710" y="2318290"/>
                  <a:pt x="3160467" y="2403461"/>
                  <a:pt x="3158785" y="2488422"/>
                </a:cubicBezTo>
                <a:cubicBezTo>
                  <a:pt x="3157064" y="2580754"/>
                  <a:pt x="3152464" y="2674373"/>
                  <a:pt x="3209364" y="2753645"/>
                </a:cubicBezTo>
                <a:cubicBezTo>
                  <a:pt x="3294741" y="2872248"/>
                  <a:pt x="3378737" y="2992575"/>
                  <a:pt x="3471364" y="3105660"/>
                </a:cubicBezTo>
                <a:cubicBezTo>
                  <a:pt x="3522667" y="3168317"/>
                  <a:pt x="3573704" y="3231163"/>
                  <a:pt x="3623977" y="3294563"/>
                </a:cubicBezTo>
                <a:lnTo>
                  <a:pt x="3706413" y="3401612"/>
                </a:lnTo>
                <a:lnTo>
                  <a:pt x="3706413" y="3545638"/>
                </a:lnTo>
                <a:lnTo>
                  <a:pt x="3608502" y="3503365"/>
                </a:lnTo>
                <a:cubicBezTo>
                  <a:pt x="3508306" y="3468520"/>
                  <a:pt x="3402344" y="3454867"/>
                  <a:pt x="3297560" y="3451338"/>
                </a:cubicBezTo>
                <a:cubicBezTo>
                  <a:pt x="3200096" y="3448443"/>
                  <a:pt x="3098687" y="3465792"/>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673305" y="3202887"/>
                  <a:pt x="2945358" y="3236545"/>
                  <a:pt x="3205300" y="3375769"/>
                </a:cubicBezTo>
                <a:cubicBezTo>
                  <a:pt x="3216457" y="3381649"/>
                  <a:pt x="3228116" y="3388802"/>
                  <a:pt x="3240592" y="3390188"/>
                </a:cubicBezTo>
                <a:cubicBezTo>
                  <a:pt x="3356935" y="3405469"/>
                  <a:pt x="3473717" y="3419252"/>
                  <a:pt x="3590446" y="3433644"/>
                </a:cubicBezTo>
                <a:cubicBezTo>
                  <a:pt x="3587550" y="3428171"/>
                  <a:pt x="3585759" y="3420642"/>
                  <a:pt x="3581651" y="3418443"/>
                </a:cubicBezTo>
                <a:cubicBezTo>
                  <a:pt x="3514494" y="3385601"/>
                  <a:pt x="3468935" y="3296248"/>
                  <a:pt x="3371466" y="3338517"/>
                </a:cubicBezTo>
                <a:cubicBezTo>
                  <a:pt x="3362827" y="3342379"/>
                  <a:pt x="3344983" y="3321787"/>
                  <a:pt x="3329835" y="3315870"/>
                </a:cubicBezTo>
                <a:cubicBezTo>
                  <a:pt x="3250433" y="3285961"/>
                  <a:pt x="3173178" y="3249173"/>
                  <a:pt x="3091307" y="3229805"/>
                </a:cubicBez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ubicBezTo>
                  <a:pt x="2479864" y="2611004"/>
                  <a:pt x="2629308" y="2651575"/>
                  <a:pt x="2766163" y="2737145"/>
                </a:cubicBezTo>
                <a:cubicBezTo>
                  <a:pt x="2835451" y="2780619"/>
                  <a:pt x="2910653" y="2816308"/>
                  <a:pt x="2974746" y="2866399"/>
                </a:cubicBezTo>
                <a:cubicBezTo>
                  <a:pt x="3072827" y="2942164"/>
                  <a:pt x="3175565" y="3017411"/>
                  <a:pt x="3252625" y="3111944"/>
                </a:cubicBezTo>
                <a:cubicBezTo>
                  <a:pt x="3296437" y="3165505"/>
                  <a:pt x="3346021" y="3198980"/>
                  <a:pt x="3398162" y="3234826"/>
                </a:cubicBezTo>
                <a:cubicBezTo>
                  <a:pt x="3452356" y="3271772"/>
                  <a:pt x="3510364" y="3303824"/>
                  <a:pt x="3566326" y="3338157"/>
                </a:cubicBezTo>
                <a:cubicBezTo>
                  <a:pt x="3566137" y="3305573"/>
                  <a:pt x="3555890" y="3285945"/>
                  <a:pt x="3542324" y="3269103"/>
                </a:cubicBezTo>
                <a:cubicBezTo>
                  <a:pt x="3482498" y="3195108"/>
                  <a:pt x="3424664" y="3119443"/>
                  <a:pt x="3361463" y="3048843"/>
                </a:cubicBezTo>
                <a:cubicBezTo>
                  <a:pt x="3162306" y="2827002"/>
                  <a:pt x="2961767" y="2606885"/>
                  <a:pt x="2760231" y="2387604"/>
                </a:cubicBez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bg1">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2026</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pic>
        <p:nvPicPr>
          <p:cNvPr id="26" name="Graphic 25">
            <a:extLst>
              <a:ext uri="{FF2B5EF4-FFF2-40B4-BE49-F238E27FC236}">
                <a16:creationId xmlns:a16="http://schemas.microsoft.com/office/drawing/2014/main" id="{9A083F98-8E0D-14F8-CA40-D0B5AB8037E2}"/>
              </a:ext>
            </a:extLst>
          </p:cNvPr>
          <p:cNvPicPr>
            <a:picLocks noChangeAspect="1"/>
          </p:cNvPicPr>
          <p:nvPr userDrawn="1"/>
        </p:nvPicPr>
        <p:blipFill>
          <a:blip>
            <a:alphaModFix/>
            <a:extLst>
              <a:ext uri="{96DAC541-7B7A-43D3-8B79-37D633B846F1}">
                <asvg:svgBlip xmlns:asvg="http://schemas.microsoft.com/office/drawing/2016/SVG/main" r:embed="rId2"/>
              </a:ext>
            </a:extLst>
          </a:blip>
          <a:stretch>
            <a:fillRect/>
          </a:stretch>
        </p:blipFill>
        <p:spPr>
          <a:xfrm>
            <a:off x="1411582" y="447749"/>
            <a:ext cx="2330685" cy="1898712"/>
          </a:xfrm>
          <a:prstGeom prst="rect">
            <a:avLst/>
          </a:prstGeom>
        </p:spPr>
      </p:pic>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p:nvPr>
        </p:nvSpPr>
        <p:spPr>
          <a:xfrm>
            <a:off x="3278188" y="2740025"/>
            <a:ext cx="5688012" cy="2028825"/>
          </a:xfrm>
        </p:spPr>
        <p:txBody>
          <a:bodyPr>
            <a:normAutofit/>
          </a:bodyPr>
          <a:lstStyle>
            <a:lvl1pPr marL="0" indent="0" algn="ctr">
              <a:lnSpc>
                <a:spcPct val="100000"/>
              </a:lnSpc>
              <a:spcBef>
                <a:spcPts val="0"/>
              </a:spcBef>
              <a:buNone/>
              <a:defRPr sz="2400"/>
            </a:lvl1pPr>
          </a:lstStyle>
          <a:p>
            <a:pPr lvl="0"/>
            <a:r>
              <a:rPr lang="en-US"/>
              <a:t>Click to edit Master text styles</a:t>
            </a:r>
          </a:p>
        </p:txBody>
      </p:sp>
      <p:sp>
        <p:nvSpPr>
          <p:cNvPr id="2" name="Title 1">
            <a:extLst>
              <a:ext uri="{FF2B5EF4-FFF2-40B4-BE49-F238E27FC236}">
                <a16:creationId xmlns:a16="http://schemas.microsoft.com/office/drawing/2014/main" id="{867817C7-4A09-9188-0BD5-838E3AD61F1A}"/>
              </a:ext>
            </a:extLst>
          </p:cNvPr>
          <p:cNvSpPr>
            <a:spLocks noGrp="1"/>
          </p:cNvSpPr>
          <p:nvPr>
            <p:ph type="title"/>
          </p:nvPr>
        </p:nvSpPr>
        <p:spPr>
          <a:xfrm>
            <a:off x="838200" y="1901952"/>
            <a:ext cx="10515600" cy="466344"/>
          </a:xfrm>
        </p:spPr>
        <p:txBody>
          <a:bodyPr/>
          <a:lstStyle>
            <a:lvl1pPr algn="ctr">
              <a:defRPr sz="2400" cap="all" baseline="0">
                <a:latin typeface="Sagona" panose="02010004040101010103" pitchFamily="2" charset="0"/>
              </a:defRPr>
            </a:lvl1pPr>
          </a:lstStyle>
          <a:p>
            <a:r>
              <a:rPr lang="en-US" dirty="0"/>
              <a:t>Click to edit Master title style</a:t>
            </a:r>
          </a:p>
        </p:txBody>
      </p:sp>
      <p:sp>
        <p:nvSpPr>
          <p:cNvPr id="22" name="Freeform: Shape 21">
            <a:extLst>
              <a:ext uri="{FF2B5EF4-FFF2-40B4-BE49-F238E27FC236}">
                <a16:creationId xmlns:a16="http://schemas.microsoft.com/office/drawing/2014/main" id="{83712F38-4391-A499-56E2-8F095A506D08}"/>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6" name="Freeform: Shape 15">
            <a:extLst>
              <a:ext uri="{FF2B5EF4-FFF2-40B4-BE49-F238E27FC236}">
                <a16:creationId xmlns:a16="http://schemas.microsoft.com/office/drawing/2014/main" id="{AA6350AA-EC6F-8D22-E7C8-E49FBD7689EB}"/>
              </a:ext>
            </a:extLst>
          </p:cNvPr>
          <p:cNvSpPr/>
          <p:nvPr userDrawn="1"/>
        </p:nvSpPr>
        <p:spPr>
          <a:xfrm>
            <a:off x="2032253" y="592989"/>
            <a:ext cx="8339975" cy="5016456"/>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39975" h="5016456">
                <a:moveTo>
                  <a:pt x="3848638" y="256"/>
                </a:moveTo>
                <a:cubicBezTo>
                  <a:pt x="4570927" y="7508"/>
                  <a:pt x="5235778" y="169337"/>
                  <a:pt x="5854939" y="453958"/>
                </a:cubicBezTo>
                <a:cubicBezTo>
                  <a:pt x="6501988" y="751448"/>
                  <a:pt x="7048323" y="1162477"/>
                  <a:pt x="7528125" y="1647586"/>
                </a:cubicBezTo>
                <a:cubicBezTo>
                  <a:pt x="7683482" y="1804666"/>
                  <a:pt x="7835477" y="1964795"/>
                  <a:pt x="7964917" y="2141444"/>
                </a:cubicBezTo>
                <a:cubicBezTo>
                  <a:pt x="8291332" y="2586851"/>
                  <a:pt x="8426919" y="3084911"/>
                  <a:pt x="8282443" y="3652263"/>
                </a:cubicBezTo>
                <a:cubicBezTo>
                  <a:pt x="8184226" y="4038024"/>
                  <a:pt x="7971744" y="4372053"/>
                  <a:pt x="7614819" y="4625329"/>
                </a:cubicBezTo>
                <a:cubicBezTo>
                  <a:pt x="7196329" y="4922350"/>
                  <a:pt x="6753706" y="4984477"/>
                  <a:pt x="6295036" y="4840094"/>
                </a:cubicBezTo>
                <a:cubicBezTo>
                  <a:pt x="6141710" y="4791809"/>
                  <a:pt x="6009670" y="4711390"/>
                  <a:pt x="5873978" y="4635681"/>
                </a:cubicBezTo>
                <a:cubicBezTo>
                  <a:pt x="5580727" y="4471947"/>
                  <a:pt x="5266011" y="4351689"/>
                  <a:pt x="4908200" y="4320645"/>
                </a:cubicBezTo>
                <a:cubicBezTo>
                  <a:pt x="4606973" y="4294394"/>
                  <a:pt x="4308924" y="4341330"/>
                  <a:pt x="4012453" y="4430992"/>
                </a:cubicBezTo>
                <a:cubicBezTo>
                  <a:pt x="3681382" y="4531125"/>
                  <a:pt x="3492158" y="4613858"/>
                  <a:pt x="3293564" y="4694916"/>
                </a:cubicBezTo>
                <a:cubicBezTo>
                  <a:pt x="3072864" y="4785027"/>
                  <a:pt x="1763329" y="5319409"/>
                  <a:pt x="900660" y="4775642"/>
                </a:cubicBezTo>
                <a:cubicBezTo>
                  <a:pt x="668340" y="4629189"/>
                  <a:pt x="505436" y="4428533"/>
                  <a:pt x="464143" y="4374943"/>
                </a:cubicBezTo>
                <a:cubicBezTo>
                  <a:pt x="281748" y="4138098"/>
                  <a:pt x="171990" y="3867355"/>
                  <a:pt x="100508" y="3580002"/>
                </a:cubicBezTo>
                <a:cubicBezTo>
                  <a:pt x="19663" y="3254689"/>
                  <a:pt x="-6201" y="2919423"/>
                  <a:pt x="1210" y="2578945"/>
                </a:cubicBezTo>
                <a:cubicBezTo>
                  <a:pt x="10675" y="2138785"/>
                  <a:pt x="197522" y="1745167"/>
                  <a:pt x="500797" y="1384103"/>
                </a:cubicBezTo>
                <a:cubicBezTo>
                  <a:pt x="730656" y="1110427"/>
                  <a:pt x="1007021" y="882615"/>
                  <a:pt x="1318314" y="689794"/>
                </a:cubicBezTo>
                <a:cubicBezTo>
                  <a:pt x="1444924" y="611408"/>
                  <a:pt x="1573572" y="537328"/>
                  <a:pt x="1708401" y="472905"/>
                </a:cubicBezTo>
                <a:cubicBezTo>
                  <a:pt x="2394802" y="145037"/>
                  <a:pt x="3108888" y="-7126"/>
                  <a:pt x="3848638" y="256"/>
                </a:cubicBezTo>
                <a:close/>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eam x4">
    <p:spTree>
      <p:nvGrpSpPr>
        <p:cNvPr id="1" name=""/>
        <p:cNvGrpSpPr/>
        <p:nvPr/>
      </p:nvGrpSpPr>
      <p:grpSpPr>
        <a:xfrm>
          <a:off x="0" y="0"/>
          <a:ext cx="0" cy="0"/>
          <a:chOff x="0" y="0"/>
          <a:chExt cx="0" cy="0"/>
        </a:xfrm>
      </p:grpSpPr>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28" name="Freeform: Shape 27">
            <a:extLst>
              <a:ext uri="{FF2B5EF4-FFF2-40B4-BE49-F238E27FC236}">
                <a16:creationId xmlns:a16="http://schemas.microsoft.com/office/drawing/2014/main" id="{B1BA04E2-C77D-D0F1-EC03-2F832DFA5498}"/>
              </a:ext>
            </a:extLst>
          </p:cNvPr>
          <p:cNvSpPr>
            <a:spLocks/>
          </p:cNvSpPr>
          <p:nvPr userDrawn="1"/>
        </p:nvSpPr>
        <p:spPr>
          <a:xfrm>
            <a:off x="0" y="1641237"/>
            <a:ext cx="12192000" cy="5216762"/>
          </a:xfrm>
          <a:custGeom>
            <a:avLst/>
            <a:gdLst>
              <a:gd name="connsiteX0" fmla="*/ 1849560 w 12192000"/>
              <a:gd name="connsiteY0" fmla="*/ 803 h 5216762"/>
              <a:gd name="connsiteX1" fmla="*/ 2779308 w 12192000"/>
              <a:gd name="connsiteY1" fmla="*/ 191654 h 5216762"/>
              <a:gd name="connsiteX2" fmla="*/ 3529993 w 12192000"/>
              <a:gd name="connsiteY2" fmla="*/ 614650 h 5216762"/>
              <a:gd name="connsiteX3" fmla="*/ 5271920 w 12192000"/>
              <a:gd name="connsiteY3" fmla="*/ 1300408 h 5216762"/>
              <a:gd name="connsiteX4" fmla="*/ 6940105 w 12192000"/>
              <a:gd name="connsiteY4" fmla="*/ 1192018 h 5216762"/>
              <a:gd name="connsiteX5" fmla="*/ 8301823 w 12192000"/>
              <a:gd name="connsiteY5" fmla="*/ 780730 h 5216762"/>
              <a:gd name="connsiteX6" fmla="*/ 12120288 w 12192000"/>
              <a:gd name="connsiteY6" fmla="*/ 561429 h 5216762"/>
              <a:gd name="connsiteX7" fmla="*/ 12192000 w 12192000"/>
              <a:gd name="connsiteY7" fmla="*/ 591187 h 5216762"/>
              <a:gd name="connsiteX8" fmla="*/ 12192000 w 12192000"/>
              <a:gd name="connsiteY8" fmla="*/ 5216762 h 5216762"/>
              <a:gd name="connsiteX9" fmla="*/ 0 w 12192000"/>
              <a:gd name="connsiteY9" fmla="*/ 5216762 h 5216762"/>
              <a:gd name="connsiteX10" fmla="*/ 0 w 12192000"/>
              <a:gd name="connsiteY10" fmla="*/ 671712 h 5216762"/>
              <a:gd name="connsiteX11" fmla="*/ 66994 w 12192000"/>
              <a:gd name="connsiteY11" fmla="*/ 616810 h 5216762"/>
              <a:gd name="connsiteX12" fmla="*/ 314608 w 12192000"/>
              <a:gd name="connsiteY12" fmla="*/ 447849 h 5216762"/>
              <a:gd name="connsiteX13" fmla="*/ 1849560 w 12192000"/>
              <a:gd name="connsiteY13" fmla="*/ 803 h 5216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5216762">
                <a:moveTo>
                  <a:pt x="1849560" y="803"/>
                </a:moveTo>
                <a:cubicBezTo>
                  <a:pt x="2158708" y="8598"/>
                  <a:pt x="2468821" y="73153"/>
                  <a:pt x="2779308" y="191654"/>
                </a:cubicBezTo>
                <a:cubicBezTo>
                  <a:pt x="3056080" y="297323"/>
                  <a:pt x="3289358" y="460148"/>
                  <a:pt x="3529993" y="614650"/>
                </a:cubicBezTo>
                <a:cubicBezTo>
                  <a:pt x="4050027" y="948769"/>
                  <a:pt x="4615367" y="1204778"/>
                  <a:pt x="5271920" y="1300408"/>
                </a:cubicBezTo>
                <a:cubicBezTo>
                  <a:pt x="5824635"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5216762"/>
                </a:lnTo>
                <a:lnTo>
                  <a:pt x="0" y="5216762"/>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535984"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444123"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352262"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260401" y="1691640"/>
            <a:ext cx="2425322" cy="3343204"/>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77863" y="5175504"/>
            <a:ext cx="2423160" cy="365760"/>
          </a:xfrm>
        </p:spPr>
        <p:txBody>
          <a:bodyPr anchor="b">
            <a:noAutofit/>
          </a:bodyPr>
          <a:lstStyle>
            <a:lvl1pPr marL="0" indent="0" algn="ctr">
              <a:lnSpc>
                <a:spcPct val="100000"/>
              </a:lnSpc>
              <a:spcBef>
                <a:spcPts val="0"/>
              </a:spcBef>
              <a:buNone/>
              <a:defRPr sz="1800" cap="all" baseline="0">
                <a:latin typeface="Sagona" panose="02010004040101010103" pitchFamily="2" charset="0"/>
              </a:defRPr>
            </a:lvl1pPr>
          </a:lstStyle>
          <a:p>
            <a:pPr lvl="0"/>
            <a:r>
              <a:rPr lang="en-US" dirty="0"/>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44123" y="5175504"/>
            <a:ext cx="2423160" cy="365760"/>
          </a:xfrm>
        </p:spPr>
        <p:txBody>
          <a:bodyPr anchor="b">
            <a:noAutofit/>
          </a:bodyPr>
          <a:lstStyle>
            <a:lvl1pPr marL="0" indent="0" algn="ctr">
              <a:lnSpc>
                <a:spcPct val="100000"/>
              </a:lnSpc>
              <a:spcBef>
                <a:spcPts val="0"/>
              </a:spcBef>
              <a:buNone/>
              <a:defRPr sz="1800" cap="all" baseline="0">
                <a:latin typeface="Sagona" panose="02010004040101010103" pitchFamily="2" charset="0"/>
              </a:defRPr>
            </a:lvl1pPr>
          </a:lstStyle>
          <a:p>
            <a:pPr lvl="0"/>
            <a:r>
              <a:rPr lang="en-US" dirty="0"/>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434931" y="5175504"/>
            <a:ext cx="2423160" cy="365760"/>
          </a:xfrm>
        </p:spPr>
        <p:txBody>
          <a:bodyPr anchor="b">
            <a:noAutofit/>
          </a:bodyPr>
          <a:lstStyle>
            <a:lvl1pPr marL="0" indent="0" algn="ctr">
              <a:lnSpc>
                <a:spcPct val="100000"/>
              </a:lnSpc>
              <a:spcBef>
                <a:spcPts val="0"/>
              </a:spcBef>
              <a:buNone/>
              <a:defRPr sz="1800" cap="all" baseline="0">
                <a:latin typeface="Sagona" panose="02010004040101010103" pitchFamily="2" charset="0"/>
              </a:defRPr>
            </a:lvl1pPr>
          </a:lstStyle>
          <a:p>
            <a:pPr lvl="0"/>
            <a:r>
              <a:rPr lang="en-US" dirty="0"/>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9260401" y="5175504"/>
            <a:ext cx="2423160" cy="365760"/>
          </a:xfrm>
        </p:spPr>
        <p:txBody>
          <a:bodyPr anchor="b">
            <a:noAutofit/>
          </a:bodyPr>
          <a:lstStyle>
            <a:lvl1pPr marL="0" indent="0" algn="ctr">
              <a:lnSpc>
                <a:spcPct val="100000"/>
              </a:lnSpc>
              <a:spcBef>
                <a:spcPts val="0"/>
              </a:spcBef>
              <a:buNone/>
              <a:defRPr sz="1800" cap="all" baseline="0">
                <a:latin typeface="Sagona" panose="02010004040101010103" pitchFamily="2" charset="0"/>
              </a:defRPr>
            </a:lvl1pPr>
          </a:lstStyle>
          <a:p>
            <a:pPr lvl="0"/>
            <a:r>
              <a:rPr lang="en-US" dirty="0"/>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7786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44123"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43493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9260401" y="5550408"/>
            <a:ext cx="2423160" cy="365760"/>
          </a:xfrm>
        </p:spPr>
        <p:txBody>
          <a:bodyPr anchor="t">
            <a:noAutofit/>
          </a:bodyPr>
          <a:lstStyle>
            <a:lvl1pPr marL="0" indent="0" algn="ctr">
              <a:lnSpc>
                <a:spcPct val="100000"/>
              </a:lnSpc>
              <a:spcBef>
                <a:spcPts val="0"/>
              </a:spcBef>
              <a:buNone/>
              <a:defRPr sz="1800" cap="none" baseline="0"/>
            </a:lvl1pPr>
          </a:lstStyle>
          <a:p>
            <a:pPr lvl="0"/>
            <a:r>
              <a:rPr lang="en-US" dirty="0"/>
              <a:t>click to edit master text styles</a:t>
            </a:r>
          </a:p>
        </p:txBody>
      </p:sp>
      <p:sp>
        <p:nvSpPr>
          <p:cNvPr id="4" name="Date Placeholder 3">
            <a:extLst>
              <a:ext uri="{FF2B5EF4-FFF2-40B4-BE49-F238E27FC236}">
                <a16:creationId xmlns:a16="http://schemas.microsoft.com/office/drawing/2014/main" id="{D0E51F5A-4888-D63D-29F3-B01CF7E21C47}"/>
              </a:ext>
            </a:extLst>
          </p:cNvPr>
          <p:cNvSpPr>
            <a:spLocks noGrp="1"/>
          </p:cNvSpPr>
          <p:nvPr>
            <p:ph type="dt" sz="half" idx="10"/>
          </p:nvPr>
        </p:nvSpPr>
        <p:spPr/>
        <p:txBody>
          <a:bodyPr/>
          <a:lstStyle/>
          <a:p>
            <a:r>
              <a:rPr lang="en-US" dirty="0"/>
              <a:t>2026</a:t>
            </a:r>
          </a:p>
        </p:txBody>
      </p:sp>
      <p:sp>
        <p:nvSpPr>
          <p:cNvPr id="5" name="Footer Placeholder 4">
            <a:extLst>
              <a:ext uri="{FF2B5EF4-FFF2-40B4-BE49-F238E27FC236}">
                <a16:creationId xmlns:a16="http://schemas.microsoft.com/office/drawing/2014/main" id="{3F237303-EC0A-6693-6BFA-55DB329E39D3}"/>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BF4A5FC7-AE15-3D20-F798-0247D85FF797}"/>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18" name="Freeform: Shape 17">
            <a:extLst>
              <a:ext uri="{FF2B5EF4-FFF2-40B4-BE49-F238E27FC236}">
                <a16:creationId xmlns:a16="http://schemas.microsoft.com/office/drawing/2014/main" id="{F0A8F0DB-3D3D-DC0F-84AC-4386B58AD6E5}"/>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lumMod val="60000"/>
              <a:lumOff val="40000"/>
              <a:alpha val="27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Tree>
    <p:extLst>
      <p:ext uri="{BB962C8B-B14F-4D97-AF65-F5344CB8AC3E}">
        <p14:creationId xmlns:p14="http://schemas.microsoft.com/office/powerpoint/2010/main" val="283071543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11C6679A-1B60-DCCD-7295-255649B92C60}"/>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45" name="Title 1">
            <a:extLst>
              <a:ext uri="{FF2B5EF4-FFF2-40B4-BE49-F238E27FC236}">
                <a16:creationId xmlns:a16="http://schemas.microsoft.com/office/drawing/2014/main" id="{FDA50B04-DEA5-DCCF-0DAD-0D3B122FD652}"/>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
        <p:nvSpPr>
          <p:cNvPr id="39" name="Picture Placeholder 38">
            <a:extLst>
              <a:ext uri="{FF2B5EF4-FFF2-40B4-BE49-F238E27FC236}">
                <a16:creationId xmlns:a16="http://schemas.microsoft.com/office/drawing/2014/main" id="{081294B5-CB6D-F1BF-22AD-497A1426B8CF}"/>
              </a:ext>
            </a:extLst>
          </p:cNvPr>
          <p:cNvSpPr>
            <a:spLocks noGrp="1"/>
          </p:cNvSpPr>
          <p:nvPr>
            <p:ph type="pic" sz="quarter" idx="13"/>
          </p:nvPr>
        </p:nvSpPr>
        <p:spPr>
          <a:xfrm>
            <a:off x="1207008"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BBFBB2C1-DF1A-1E19-85F0-4AA596F66B87}"/>
              </a:ext>
            </a:extLst>
          </p:cNvPr>
          <p:cNvSpPr>
            <a:spLocks noGrp="1"/>
          </p:cNvSpPr>
          <p:nvPr>
            <p:ph type="pic" sz="quarter" idx="14"/>
          </p:nvPr>
        </p:nvSpPr>
        <p:spPr>
          <a:xfrm>
            <a:off x="3986784"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8C5BE6D6-23FF-B9B3-6EB7-147E9303C941}"/>
              </a:ext>
            </a:extLst>
          </p:cNvPr>
          <p:cNvSpPr>
            <a:spLocks noGrp="1"/>
          </p:cNvSpPr>
          <p:nvPr>
            <p:ph type="pic" sz="quarter" idx="15"/>
          </p:nvPr>
        </p:nvSpPr>
        <p:spPr>
          <a:xfrm>
            <a:off x="6766560"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2" name="Picture Placeholder 41">
            <a:extLst>
              <a:ext uri="{FF2B5EF4-FFF2-40B4-BE49-F238E27FC236}">
                <a16:creationId xmlns:a16="http://schemas.microsoft.com/office/drawing/2014/main" id="{A07A1DDE-85A4-10BA-7DD5-FCF33DA6C7BA}"/>
              </a:ext>
            </a:extLst>
          </p:cNvPr>
          <p:cNvSpPr>
            <a:spLocks noGrp="1"/>
          </p:cNvSpPr>
          <p:nvPr>
            <p:ph type="pic" sz="quarter" idx="16"/>
          </p:nvPr>
        </p:nvSpPr>
        <p:spPr>
          <a:xfrm>
            <a:off x="9546336" y="1572768"/>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47" name="Text Placeholder 46">
            <a:extLst>
              <a:ext uri="{FF2B5EF4-FFF2-40B4-BE49-F238E27FC236}">
                <a16:creationId xmlns:a16="http://schemas.microsoft.com/office/drawing/2014/main" id="{EC58C559-7910-45EC-28D0-D37F02FA738C}"/>
              </a:ext>
            </a:extLst>
          </p:cNvPr>
          <p:cNvSpPr>
            <a:spLocks noGrp="1"/>
          </p:cNvSpPr>
          <p:nvPr>
            <p:ph type="body" sz="quarter" idx="17"/>
          </p:nvPr>
        </p:nvSpPr>
        <p:spPr>
          <a:xfrm>
            <a:off x="633259" y="3392424"/>
            <a:ext cx="2423160" cy="310896"/>
          </a:xfrm>
        </p:spPr>
        <p:txBody>
          <a:bodyPr anchor="b">
            <a:noAutofit/>
          </a:bodyPr>
          <a:lstStyle>
            <a:lvl1pPr marL="0" indent="0" algn="ctr">
              <a:lnSpc>
                <a:spcPct val="100000"/>
              </a:lnSpc>
              <a:spcBef>
                <a:spcPts val="0"/>
              </a:spcBef>
              <a:buNone/>
              <a:defRPr sz="1400" cap="all" baseline="0">
                <a:latin typeface="Sagona" panose="02010004040101010103" pitchFamily="2" charset="0"/>
              </a:defRPr>
            </a:lvl1pPr>
          </a:lstStyle>
          <a:p>
            <a:pPr lvl="0"/>
            <a:r>
              <a:rPr lang="en-US" dirty="0"/>
              <a:t>Click to edit Master text styles</a:t>
            </a:r>
          </a:p>
        </p:txBody>
      </p:sp>
      <p:sp>
        <p:nvSpPr>
          <p:cNvPr id="48" name="Text Placeholder 46">
            <a:extLst>
              <a:ext uri="{FF2B5EF4-FFF2-40B4-BE49-F238E27FC236}">
                <a16:creationId xmlns:a16="http://schemas.microsoft.com/office/drawing/2014/main" id="{868B70E3-3C97-4D65-D598-457720AA7253}"/>
              </a:ext>
            </a:extLst>
          </p:cNvPr>
          <p:cNvSpPr>
            <a:spLocks noGrp="1"/>
          </p:cNvSpPr>
          <p:nvPr>
            <p:ph type="body" sz="quarter" idx="18"/>
          </p:nvPr>
        </p:nvSpPr>
        <p:spPr>
          <a:xfrm>
            <a:off x="3419764" y="3392424"/>
            <a:ext cx="2423160" cy="310896"/>
          </a:xfrm>
        </p:spPr>
        <p:txBody>
          <a:bodyPr anchor="b">
            <a:noAutofit/>
          </a:bodyPr>
          <a:lstStyle>
            <a:lvl1pPr marL="0" indent="0" algn="ctr">
              <a:lnSpc>
                <a:spcPct val="100000"/>
              </a:lnSpc>
              <a:spcBef>
                <a:spcPts val="0"/>
              </a:spcBef>
              <a:buNone/>
              <a:defRPr sz="1400" cap="all" baseline="0">
                <a:latin typeface="Sagona" panose="02010004040101010103" pitchFamily="2" charset="0"/>
              </a:defRPr>
            </a:lvl1pPr>
          </a:lstStyle>
          <a:p>
            <a:pPr lvl="0"/>
            <a:r>
              <a:rPr lang="en-US" dirty="0"/>
              <a:t>Click to edit Master text styles</a:t>
            </a:r>
          </a:p>
        </p:txBody>
      </p:sp>
      <p:sp>
        <p:nvSpPr>
          <p:cNvPr id="49" name="Text Placeholder 46">
            <a:extLst>
              <a:ext uri="{FF2B5EF4-FFF2-40B4-BE49-F238E27FC236}">
                <a16:creationId xmlns:a16="http://schemas.microsoft.com/office/drawing/2014/main" id="{89924195-02EA-2AF9-C021-ED282397B88B}"/>
              </a:ext>
            </a:extLst>
          </p:cNvPr>
          <p:cNvSpPr>
            <a:spLocks noGrp="1"/>
          </p:cNvSpPr>
          <p:nvPr>
            <p:ph type="body" sz="quarter" idx="19"/>
          </p:nvPr>
        </p:nvSpPr>
        <p:spPr>
          <a:xfrm>
            <a:off x="6206269" y="3392424"/>
            <a:ext cx="2423160" cy="310896"/>
          </a:xfrm>
        </p:spPr>
        <p:txBody>
          <a:bodyPr anchor="b">
            <a:noAutofit/>
          </a:bodyPr>
          <a:lstStyle>
            <a:lvl1pPr marL="0" indent="0" algn="ctr">
              <a:lnSpc>
                <a:spcPct val="100000"/>
              </a:lnSpc>
              <a:spcBef>
                <a:spcPts val="0"/>
              </a:spcBef>
              <a:buNone/>
              <a:defRPr sz="1400" cap="all" baseline="0">
                <a:latin typeface="Sagona" panose="02010004040101010103" pitchFamily="2" charset="0"/>
              </a:defRPr>
            </a:lvl1pPr>
          </a:lstStyle>
          <a:p>
            <a:pPr lvl="0"/>
            <a:r>
              <a:rPr lang="en-US" dirty="0"/>
              <a:t>Click to edit Master text styles</a:t>
            </a:r>
          </a:p>
        </p:txBody>
      </p:sp>
      <p:sp>
        <p:nvSpPr>
          <p:cNvPr id="50" name="Text Placeholder 46">
            <a:extLst>
              <a:ext uri="{FF2B5EF4-FFF2-40B4-BE49-F238E27FC236}">
                <a16:creationId xmlns:a16="http://schemas.microsoft.com/office/drawing/2014/main" id="{582E2EDB-08EC-D1DE-3C7C-2FC0C70B27C5}"/>
              </a:ext>
            </a:extLst>
          </p:cNvPr>
          <p:cNvSpPr>
            <a:spLocks noGrp="1"/>
          </p:cNvSpPr>
          <p:nvPr>
            <p:ph type="body" sz="quarter" idx="20"/>
          </p:nvPr>
        </p:nvSpPr>
        <p:spPr>
          <a:xfrm>
            <a:off x="8992774" y="3392424"/>
            <a:ext cx="2423160" cy="310896"/>
          </a:xfrm>
        </p:spPr>
        <p:txBody>
          <a:bodyPr anchor="b">
            <a:noAutofit/>
          </a:bodyPr>
          <a:lstStyle>
            <a:lvl1pPr marL="0" indent="0" algn="ctr">
              <a:lnSpc>
                <a:spcPct val="100000"/>
              </a:lnSpc>
              <a:spcBef>
                <a:spcPts val="0"/>
              </a:spcBef>
              <a:buNone/>
              <a:defRPr sz="1400" cap="all" baseline="0">
                <a:latin typeface="Sagona" panose="02010004040101010103" pitchFamily="2" charset="0"/>
              </a:defRPr>
            </a:lvl1pPr>
          </a:lstStyle>
          <a:p>
            <a:pPr lvl="0"/>
            <a:r>
              <a:rPr lang="en-US" dirty="0"/>
              <a:t>Click to edit Master text styles</a:t>
            </a:r>
          </a:p>
        </p:txBody>
      </p:sp>
      <p:sp>
        <p:nvSpPr>
          <p:cNvPr id="52" name="Text Placeholder 46">
            <a:extLst>
              <a:ext uri="{FF2B5EF4-FFF2-40B4-BE49-F238E27FC236}">
                <a16:creationId xmlns:a16="http://schemas.microsoft.com/office/drawing/2014/main" id="{F66E5144-974A-0BDB-D167-9253CC65BF1E}"/>
              </a:ext>
            </a:extLst>
          </p:cNvPr>
          <p:cNvSpPr>
            <a:spLocks noGrp="1"/>
          </p:cNvSpPr>
          <p:nvPr>
            <p:ph type="body" sz="quarter" idx="21" hasCustomPrompt="1"/>
          </p:nvPr>
        </p:nvSpPr>
        <p:spPr>
          <a:xfrm>
            <a:off x="63325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3" name="Text Placeholder 46">
            <a:extLst>
              <a:ext uri="{FF2B5EF4-FFF2-40B4-BE49-F238E27FC236}">
                <a16:creationId xmlns:a16="http://schemas.microsoft.com/office/drawing/2014/main" id="{1D923A5E-0C6A-FC00-A515-E5A508A54FBD}"/>
              </a:ext>
            </a:extLst>
          </p:cNvPr>
          <p:cNvSpPr>
            <a:spLocks noGrp="1"/>
          </p:cNvSpPr>
          <p:nvPr>
            <p:ph type="body" sz="quarter" idx="22" hasCustomPrompt="1"/>
          </p:nvPr>
        </p:nvSpPr>
        <p:spPr>
          <a:xfrm>
            <a:off x="341976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4" name="Text Placeholder 46">
            <a:extLst>
              <a:ext uri="{FF2B5EF4-FFF2-40B4-BE49-F238E27FC236}">
                <a16:creationId xmlns:a16="http://schemas.microsoft.com/office/drawing/2014/main" id="{01866408-222B-FAA6-3180-5AA98BF83142}"/>
              </a:ext>
            </a:extLst>
          </p:cNvPr>
          <p:cNvSpPr>
            <a:spLocks noGrp="1"/>
          </p:cNvSpPr>
          <p:nvPr>
            <p:ph type="body" sz="quarter" idx="23" hasCustomPrompt="1"/>
          </p:nvPr>
        </p:nvSpPr>
        <p:spPr>
          <a:xfrm>
            <a:off x="6206269"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55" name="Text Placeholder 46">
            <a:extLst>
              <a:ext uri="{FF2B5EF4-FFF2-40B4-BE49-F238E27FC236}">
                <a16:creationId xmlns:a16="http://schemas.microsoft.com/office/drawing/2014/main" id="{1A8C6A0D-BDFC-5DD0-110E-B4C5AE72306B}"/>
              </a:ext>
            </a:extLst>
          </p:cNvPr>
          <p:cNvSpPr>
            <a:spLocks noGrp="1"/>
          </p:cNvSpPr>
          <p:nvPr>
            <p:ph type="body" sz="quarter" idx="24" hasCustomPrompt="1"/>
          </p:nvPr>
        </p:nvSpPr>
        <p:spPr>
          <a:xfrm>
            <a:off x="8992774" y="3584448"/>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2" name="Picture Placeholder 38">
            <a:extLst>
              <a:ext uri="{FF2B5EF4-FFF2-40B4-BE49-F238E27FC236}">
                <a16:creationId xmlns:a16="http://schemas.microsoft.com/office/drawing/2014/main" id="{08C258FA-3031-35D9-6558-64BA58554EF4}"/>
              </a:ext>
            </a:extLst>
          </p:cNvPr>
          <p:cNvSpPr>
            <a:spLocks noGrp="1"/>
          </p:cNvSpPr>
          <p:nvPr>
            <p:ph type="pic" sz="quarter" idx="25"/>
          </p:nvPr>
        </p:nvSpPr>
        <p:spPr>
          <a:xfrm>
            <a:off x="1207008"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3" name="Picture Placeholder 39">
            <a:extLst>
              <a:ext uri="{FF2B5EF4-FFF2-40B4-BE49-F238E27FC236}">
                <a16:creationId xmlns:a16="http://schemas.microsoft.com/office/drawing/2014/main" id="{465869E5-C0B6-69BE-1E2D-A4496F633D25}"/>
              </a:ext>
            </a:extLst>
          </p:cNvPr>
          <p:cNvSpPr>
            <a:spLocks noGrp="1"/>
          </p:cNvSpPr>
          <p:nvPr>
            <p:ph type="pic" sz="quarter" idx="26"/>
          </p:nvPr>
        </p:nvSpPr>
        <p:spPr>
          <a:xfrm>
            <a:off x="3986784"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7" name="Picture Placeholder 40">
            <a:extLst>
              <a:ext uri="{FF2B5EF4-FFF2-40B4-BE49-F238E27FC236}">
                <a16:creationId xmlns:a16="http://schemas.microsoft.com/office/drawing/2014/main" id="{601870D8-4080-BDC3-CD50-097B328E1789}"/>
              </a:ext>
            </a:extLst>
          </p:cNvPr>
          <p:cNvSpPr>
            <a:spLocks noGrp="1"/>
          </p:cNvSpPr>
          <p:nvPr>
            <p:ph type="pic" sz="quarter" idx="27"/>
          </p:nvPr>
        </p:nvSpPr>
        <p:spPr>
          <a:xfrm>
            <a:off x="6766560"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8" name="Picture Placeholder 41">
            <a:extLst>
              <a:ext uri="{FF2B5EF4-FFF2-40B4-BE49-F238E27FC236}">
                <a16:creationId xmlns:a16="http://schemas.microsoft.com/office/drawing/2014/main" id="{B4779DAA-6424-E58D-2CC8-7DE922E2AFDA}"/>
              </a:ext>
            </a:extLst>
          </p:cNvPr>
          <p:cNvSpPr>
            <a:spLocks noGrp="1"/>
          </p:cNvSpPr>
          <p:nvPr>
            <p:ph type="pic" sz="quarter" idx="28"/>
          </p:nvPr>
        </p:nvSpPr>
        <p:spPr>
          <a:xfrm>
            <a:off x="9546336" y="4242816"/>
            <a:ext cx="1307592" cy="1810512"/>
          </a:xfrm>
          <a:custGeom>
            <a:avLst/>
            <a:gdLst>
              <a:gd name="connsiteX0" fmla="*/ 1212661 w 2425322"/>
              <a:gd name="connsiteY0" fmla="*/ 0 h 3343204"/>
              <a:gd name="connsiteX1" fmla="*/ 2425322 w 2425322"/>
              <a:gd name="connsiteY1" fmla="*/ 1671602 h 3343204"/>
              <a:gd name="connsiteX2" fmla="*/ 1212661 w 2425322"/>
              <a:gd name="connsiteY2" fmla="*/ 3343204 h 3343204"/>
              <a:gd name="connsiteX3" fmla="*/ 0 w 2425322"/>
              <a:gd name="connsiteY3" fmla="*/ 1671602 h 3343204"/>
              <a:gd name="connsiteX4" fmla="*/ 1212661 w 2425322"/>
              <a:gd name="connsiteY4" fmla="*/ 0 h 33432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5322" h="3343204">
                <a:moveTo>
                  <a:pt x="1212661" y="0"/>
                </a:moveTo>
                <a:cubicBezTo>
                  <a:pt x="1882395" y="0"/>
                  <a:pt x="2425322" y="748402"/>
                  <a:pt x="2425322" y="1671602"/>
                </a:cubicBezTo>
                <a:cubicBezTo>
                  <a:pt x="2425322" y="2594802"/>
                  <a:pt x="1882395" y="3343204"/>
                  <a:pt x="1212661" y="3343204"/>
                </a:cubicBezTo>
                <a:cubicBezTo>
                  <a:pt x="542927" y="3343204"/>
                  <a:pt x="0" y="2594802"/>
                  <a:pt x="0" y="1671602"/>
                </a:cubicBezTo>
                <a:cubicBezTo>
                  <a:pt x="0" y="748402"/>
                  <a:pt x="542927" y="0"/>
                  <a:pt x="1212661" y="0"/>
                </a:cubicBezTo>
                <a:close/>
              </a:path>
            </a:pathLst>
          </a:custGeom>
          <a:solidFill>
            <a:schemeClr val="accent4"/>
          </a:solidFill>
        </p:spPr>
        <p:txBody>
          <a:bodyPr wrap="square" anchor="ctr">
            <a:noAutofit/>
          </a:bodyPr>
          <a:lstStyle>
            <a:lvl1pPr marL="0" indent="0" algn="ctr">
              <a:buNone/>
              <a:defRPr sz="1800">
                <a:solidFill>
                  <a:schemeClr val="accent1"/>
                </a:solidFill>
              </a:defRPr>
            </a:lvl1pPr>
          </a:lstStyle>
          <a:p>
            <a:r>
              <a:rPr lang="en-US"/>
              <a:t>Click icon to add picture</a:t>
            </a:r>
            <a:endParaRPr lang="en-US" dirty="0"/>
          </a:p>
        </p:txBody>
      </p:sp>
      <p:sp>
        <p:nvSpPr>
          <p:cNvPr id="9" name="Text Placeholder 46">
            <a:extLst>
              <a:ext uri="{FF2B5EF4-FFF2-40B4-BE49-F238E27FC236}">
                <a16:creationId xmlns:a16="http://schemas.microsoft.com/office/drawing/2014/main" id="{1732A3A5-B50F-7A5D-DA66-644509A99987}"/>
              </a:ext>
            </a:extLst>
          </p:cNvPr>
          <p:cNvSpPr>
            <a:spLocks noGrp="1"/>
          </p:cNvSpPr>
          <p:nvPr>
            <p:ph type="body" sz="quarter" idx="29"/>
          </p:nvPr>
        </p:nvSpPr>
        <p:spPr>
          <a:xfrm>
            <a:off x="633259" y="6062472"/>
            <a:ext cx="2423160" cy="310896"/>
          </a:xfrm>
        </p:spPr>
        <p:txBody>
          <a:bodyPr anchor="b">
            <a:noAutofit/>
          </a:bodyPr>
          <a:lstStyle>
            <a:lvl1pPr marL="0" indent="0" algn="ctr">
              <a:lnSpc>
                <a:spcPct val="100000"/>
              </a:lnSpc>
              <a:spcBef>
                <a:spcPts val="0"/>
              </a:spcBef>
              <a:buNone/>
              <a:defRPr sz="1400" cap="all" baseline="0">
                <a:latin typeface="Sagona" panose="02010004040101010103" pitchFamily="2" charset="0"/>
              </a:defRPr>
            </a:lvl1pPr>
          </a:lstStyle>
          <a:p>
            <a:pPr lvl="0"/>
            <a:r>
              <a:rPr lang="en-US" dirty="0"/>
              <a:t>Click to edit Master text styles</a:t>
            </a:r>
          </a:p>
        </p:txBody>
      </p:sp>
      <p:sp>
        <p:nvSpPr>
          <p:cNvPr id="10" name="Text Placeholder 46">
            <a:extLst>
              <a:ext uri="{FF2B5EF4-FFF2-40B4-BE49-F238E27FC236}">
                <a16:creationId xmlns:a16="http://schemas.microsoft.com/office/drawing/2014/main" id="{87CC578C-FDBD-2BD2-8930-A795C0A8D1FC}"/>
              </a:ext>
            </a:extLst>
          </p:cNvPr>
          <p:cNvSpPr>
            <a:spLocks noGrp="1"/>
          </p:cNvSpPr>
          <p:nvPr>
            <p:ph type="body" sz="quarter" idx="30"/>
          </p:nvPr>
        </p:nvSpPr>
        <p:spPr>
          <a:xfrm>
            <a:off x="3419764" y="6062472"/>
            <a:ext cx="2423160" cy="310896"/>
          </a:xfrm>
        </p:spPr>
        <p:txBody>
          <a:bodyPr anchor="b">
            <a:noAutofit/>
          </a:bodyPr>
          <a:lstStyle>
            <a:lvl1pPr marL="0" indent="0" algn="ctr">
              <a:lnSpc>
                <a:spcPct val="100000"/>
              </a:lnSpc>
              <a:spcBef>
                <a:spcPts val="0"/>
              </a:spcBef>
              <a:buNone/>
              <a:defRPr sz="1400" cap="all" baseline="0">
                <a:latin typeface="Sagona" panose="02010004040101010103" pitchFamily="2" charset="0"/>
              </a:defRPr>
            </a:lvl1pPr>
          </a:lstStyle>
          <a:p>
            <a:pPr lvl="0"/>
            <a:r>
              <a:rPr lang="en-US" dirty="0"/>
              <a:t>Click to edit Master text styles</a:t>
            </a:r>
          </a:p>
        </p:txBody>
      </p:sp>
      <p:sp>
        <p:nvSpPr>
          <p:cNvPr id="11" name="Text Placeholder 46">
            <a:extLst>
              <a:ext uri="{FF2B5EF4-FFF2-40B4-BE49-F238E27FC236}">
                <a16:creationId xmlns:a16="http://schemas.microsoft.com/office/drawing/2014/main" id="{6CE31252-6548-7D94-98E5-E652CED78F27}"/>
              </a:ext>
            </a:extLst>
          </p:cNvPr>
          <p:cNvSpPr>
            <a:spLocks noGrp="1"/>
          </p:cNvSpPr>
          <p:nvPr>
            <p:ph type="body" sz="quarter" idx="31"/>
          </p:nvPr>
        </p:nvSpPr>
        <p:spPr>
          <a:xfrm>
            <a:off x="6206269" y="6062472"/>
            <a:ext cx="2423160" cy="310896"/>
          </a:xfrm>
        </p:spPr>
        <p:txBody>
          <a:bodyPr anchor="b">
            <a:noAutofit/>
          </a:bodyPr>
          <a:lstStyle>
            <a:lvl1pPr marL="0" indent="0" algn="ctr">
              <a:lnSpc>
                <a:spcPct val="100000"/>
              </a:lnSpc>
              <a:spcBef>
                <a:spcPts val="0"/>
              </a:spcBef>
              <a:buNone/>
              <a:defRPr sz="1400" cap="all" baseline="0">
                <a:latin typeface="Sagona" panose="02010004040101010103" pitchFamily="2" charset="0"/>
              </a:defRPr>
            </a:lvl1pPr>
          </a:lstStyle>
          <a:p>
            <a:pPr lvl="0"/>
            <a:r>
              <a:rPr lang="en-US" dirty="0"/>
              <a:t>Click to edit Master text styles</a:t>
            </a:r>
          </a:p>
        </p:txBody>
      </p:sp>
      <p:sp>
        <p:nvSpPr>
          <p:cNvPr id="12" name="Text Placeholder 46">
            <a:extLst>
              <a:ext uri="{FF2B5EF4-FFF2-40B4-BE49-F238E27FC236}">
                <a16:creationId xmlns:a16="http://schemas.microsoft.com/office/drawing/2014/main" id="{2C4E0AF4-17FD-BEAA-BDD9-806DC564D2F7}"/>
              </a:ext>
            </a:extLst>
          </p:cNvPr>
          <p:cNvSpPr>
            <a:spLocks noGrp="1"/>
          </p:cNvSpPr>
          <p:nvPr>
            <p:ph type="body" sz="quarter" idx="32"/>
          </p:nvPr>
        </p:nvSpPr>
        <p:spPr>
          <a:xfrm>
            <a:off x="8992774" y="6062472"/>
            <a:ext cx="2423160" cy="310896"/>
          </a:xfrm>
        </p:spPr>
        <p:txBody>
          <a:bodyPr anchor="b">
            <a:noAutofit/>
          </a:bodyPr>
          <a:lstStyle>
            <a:lvl1pPr marL="0" indent="0" algn="ctr">
              <a:lnSpc>
                <a:spcPct val="100000"/>
              </a:lnSpc>
              <a:spcBef>
                <a:spcPts val="0"/>
              </a:spcBef>
              <a:buNone/>
              <a:defRPr sz="1400" cap="all" baseline="0">
                <a:latin typeface="Sagona" panose="02010004040101010103" pitchFamily="2" charset="0"/>
              </a:defRPr>
            </a:lvl1pPr>
          </a:lstStyle>
          <a:p>
            <a:pPr lvl="0"/>
            <a:r>
              <a:rPr lang="en-US" dirty="0"/>
              <a:t>Click to edit Master text styles</a:t>
            </a:r>
          </a:p>
        </p:txBody>
      </p:sp>
      <p:sp>
        <p:nvSpPr>
          <p:cNvPr id="13" name="Text Placeholder 46">
            <a:extLst>
              <a:ext uri="{FF2B5EF4-FFF2-40B4-BE49-F238E27FC236}">
                <a16:creationId xmlns:a16="http://schemas.microsoft.com/office/drawing/2014/main" id="{35C6F103-92F0-87A2-E3CC-656E2EF3E365}"/>
              </a:ext>
            </a:extLst>
          </p:cNvPr>
          <p:cNvSpPr>
            <a:spLocks noGrp="1"/>
          </p:cNvSpPr>
          <p:nvPr>
            <p:ph type="body" sz="quarter" idx="33" hasCustomPrompt="1"/>
          </p:nvPr>
        </p:nvSpPr>
        <p:spPr>
          <a:xfrm>
            <a:off x="63325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4" name="Text Placeholder 46">
            <a:extLst>
              <a:ext uri="{FF2B5EF4-FFF2-40B4-BE49-F238E27FC236}">
                <a16:creationId xmlns:a16="http://schemas.microsoft.com/office/drawing/2014/main" id="{C30881DE-F3FC-C690-BFCB-9EF66A5EB141}"/>
              </a:ext>
            </a:extLst>
          </p:cNvPr>
          <p:cNvSpPr>
            <a:spLocks noGrp="1"/>
          </p:cNvSpPr>
          <p:nvPr>
            <p:ph type="body" sz="quarter" idx="34" hasCustomPrompt="1"/>
          </p:nvPr>
        </p:nvSpPr>
        <p:spPr>
          <a:xfrm>
            <a:off x="341976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5" name="Text Placeholder 46">
            <a:extLst>
              <a:ext uri="{FF2B5EF4-FFF2-40B4-BE49-F238E27FC236}">
                <a16:creationId xmlns:a16="http://schemas.microsoft.com/office/drawing/2014/main" id="{971AAA9F-B007-79B3-0B99-BE5131FC81F3}"/>
              </a:ext>
            </a:extLst>
          </p:cNvPr>
          <p:cNvSpPr>
            <a:spLocks noGrp="1"/>
          </p:cNvSpPr>
          <p:nvPr>
            <p:ph type="body" sz="quarter" idx="35" hasCustomPrompt="1"/>
          </p:nvPr>
        </p:nvSpPr>
        <p:spPr>
          <a:xfrm>
            <a:off x="6206269"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
        <p:nvSpPr>
          <p:cNvPr id="16" name="Text Placeholder 46">
            <a:extLst>
              <a:ext uri="{FF2B5EF4-FFF2-40B4-BE49-F238E27FC236}">
                <a16:creationId xmlns:a16="http://schemas.microsoft.com/office/drawing/2014/main" id="{EDC1B84D-1134-2679-FDF4-5B93BE5F27E8}"/>
              </a:ext>
            </a:extLst>
          </p:cNvPr>
          <p:cNvSpPr>
            <a:spLocks noGrp="1"/>
          </p:cNvSpPr>
          <p:nvPr>
            <p:ph type="body" sz="quarter" idx="36" hasCustomPrompt="1"/>
          </p:nvPr>
        </p:nvSpPr>
        <p:spPr>
          <a:xfrm>
            <a:off x="8992774" y="6254496"/>
            <a:ext cx="2423160" cy="310896"/>
          </a:xfrm>
        </p:spPr>
        <p:txBody>
          <a:bodyPr anchor="t">
            <a:noAutofit/>
          </a:bodyPr>
          <a:lstStyle>
            <a:lvl1pPr marL="0" indent="0" algn="ctr">
              <a:lnSpc>
                <a:spcPct val="100000"/>
              </a:lnSpc>
              <a:spcBef>
                <a:spcPts val="0"/>
              </a:spcBef>
              <a:buNone/>
              <a:defRPr sz="1400" cap="none" baseline="0"/>
            </a:lvl1pPr>
          </a:lstStyle>
          <a:p>
            <a:pPr lvl="0"/>
            <a:r>
              <a:rPr lang="en-US" dirty="0"/>
              <a:t>click to edit master text styles</a:t>
            </a:r>
          </a:p>
        </p:txBody>
      </p:sp>
    </p:spTree>
    <p:extLst>
      <p:ext uri="{BB962C8B-B14F-4D97-AF65-F5344CB8AC3E}">
        <p14:creationId xmlns:p14="http://schemas.microsoft.com/office/powerpoint/2010/main" val="1704908538"/>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meline">
    <p:spTree>
      <p:nvGrpSpPr>
        <p:cNvPr id="1" name=""/>
        <p:cNvGrpSpPr/>
        <p:nvPr/>
      </p:nvGrpSpPr>
      <p:grpSpPr>
        <a:xfrm>
          <a:off x="0" y="0"/>
          <a:ext cx="0" cy="0"/>
          <a:chOff x="0" y="0"/>
          <a:chExt cx="0" cy="0"/>
        </a:xfrm>
      </p:grpSpPr>
      <p:sp>
        <p:nvSpPr>
          <p:cNvPr id="49" name="Freeform: Shape 48">
            <a:extLst>
              <a:ext uri="{FF2B5EF4-FFF2-40B4-BE49-F238E27FC236}">
                <a16:creationId xmlns:a16="http://schemas.microsoft.com/office/drawing/2014/main" id="{3DEDA47D-E273-7C0A-CFFA-A38BA27188CA}"/>
              </a:ext>
            </a:extLst>
          </p:cNvPr>
          <p:cNvSpPr/>
          <p:nvPr userDrawn="1"/>
        </p:nvSpPr>
        <p:spPr>
          <a:xfrm rot="19260000" flipV="1">
            <a:off x="7523198" y="2771729"/>
            <a:ext cx="2140237" cy="472905"/>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18" fmla="*/ 1799841 w 8339975"/>
              <a:gd name="connsiteY18" fmla="*/ 564345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17" fmla="*/ 1318314 w 8339975"/>
              <a:gd name="connsiteY17" fmla="*/ 689794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16" fmla="*/ 500797 w 8339975"/>
              <a:gd name="connsiteY16" fmla="*/ 1384103 h 5016456"/>
              <a:gd name="connsiteX0" fmla="*/ 1708401 w 8339975"/>
              <a:gd name="connsiteY0" fmla="*/ 472905 h 5016456"/>
              <a:gd name="connsiteX1" fmla="*/ 3848638 w 8339975"/>
              <a:gd name="connsiteY1" fmla="*/ 256 h 5016456"/>
              <a:gd name="connsiteX2" fmla="*/ 5854939 w 8339975"/>
              <a:gd name="connsiteY2" fmla="*/ 453958 h 5016456"/>
              <a:gd name="connsiteX3" fmla="*/ 7528125 w 8339975"/>
              <a:gd name="connsiteY3" fmla="*/ 1647586 h 5016456"/>
              <a:gd name="connsiteX4" fmla="*/ 7964917 w 8339975"/>
              <a:gd name="connsiteY4" fmla="*/ 2141444 h 5016456"/>
              <a:gd name="connsiteX5" fmla="*/ 8282443 w 8339975"/>
              <a:gd name="connsiteY5" fmla="*/ 3652263 h 5016456"/>
              <a:gd name="connsiteX6" fmla="*/ 7614819 w 8339975"/>
              <a:gd name="connsiteY6" fmla="*/ 4625329 h 5016456"/>
              <a:gd name="connsiteX7" fmla="*/ 6295036 w 8339975"/>
              <a:gd name="connsiteY7" fmla="*/ 4840094 h 5016456"/>
              <a:gd name="connsiteX8" fmla="*/ 5873978 w 8339975"/>
              <a:gd name="connsiteY8" fmla="*/ 4635681 h 5016456"/>
              <a:gd name="connsiteX9" fmla="*/ 4908200 w 8339975"/>
              <a:gd name="connsiteY9" fmla="*/ 4320645 h 5016456"/>
              <a:gd name="connsiteX10" fmla="*/ 4012453 w 8339975"/>
              <a:gd name="connsiteY10" fmla="*/ 4430992 h 5016456"/>
              <a:gd name="connsiteX11" fmla="*/ 3293564 w 8339975"/>
              <a:gd name="connsiteY11" fmla="*/ 4694916 h 5016456"/>
              <a:gd name="connsiteX12" fmla="*/ 900660 w 8339975"/>
              <a:gd name="connsiteY12" fmla="*/ 4775642 h 5016456"/>
              <a:gd name="connsiteX13" fmla="*/ 464143 w 8339975"/>
              <a:gd name="connsiteY13" fmla="*/ 4374943 h 5016456"/>
              <a:gd name="connsiteX14" fmla="*/ 100508 w 8339975"/>
              <a:gd name="connsiteY14" fmla="*/ 3580002 h 5016456"/>
              <a:gd name="connsiteX15" fmla="*/ 1210 w 8339975"/>
              <a:gd name="connsiteY15" fmla="*/ 2578945 h 5016456"/>
              <a:gd name="connsiteX0" fmla="*/ 1607893 w 8239467"/>
              <a:gd name="connsiteY0" fmla="*/ 472905 h 5016456"/>
              <a:gd name="connsiteX1" fmla="*/ 3748130 w 8239467"/>
              <a:gd name="connsiteY1" fmla="*/ 256 h 5016456"/>
              <a:gd name="connsiteX2" fmla="*/ 5754431 w 8239467"/>
              <a:gd name="connsiteY2" fmla="*/ 453958 h 5016456"/>
              <a:gd name="connsiteX3" fmla="*/ 7427617 w 8239467"/>
              <a:gd name="connsiteY3" fmla="*/ 1647586 h 5016456"/>
              <a:gd name="connsiteX4" fmla="*/ 7864409 w 8239467"/>
              <a:gd name="connsiteY4" fmla="*/ 2141444 h 5016456"/>
              <a:gd name="connsiteX5" fmla="*/ 8181935 w 8239467"/>
              <a:gd name="connsiteY5" fmla="*/ 3652263 h 5016456"/>
              <a:gd name="connsiteX6" fmla="*/ 7514311 w 8239467"/>
              <a:gd name="connsiteY6" fmla="*/ 4625329 h 5016456"/>
              <a:gd name="connsiteX7" fmla="*/ 6194528 w 8239467"/>
              <a:gd name="connsiteY7" fmla="*/ 4840094 h 5016456"/>
              <a:gd name="connsiteX8" fmla="*/ 5773470 w 8239467"/>
              <a:gd name="connsiteY8" fmla="*/ 4635681 h 5016456"/>
              <a:gd name="connsiteX9" fmla="*/ 4807692 w 8239467"/>
              <a:gd name="connsiteY9" fmla="*/ 4320645 h 5016456"/>
              <a:gd name="connsiteX10" fmla="*/ 3911945 w 8239467"/>
              <a:gd name="connsiteY10" fmla="*/ 4430992 h 5016456"/>
              <a:gd name="connsiteX11" fmla="*/ 3193056 w 8239467"/>
              <a:gd name="connsiteY11" fmla="*/ 4694916 h 5016456"/>
              <a:gd name="connsiteX12" fmla="*/ 800152 w 8239467"/>
              <a:gd name="connsiteY12" fmla="*/ 4775642 h 5016456"/>
              <a:gd name="connsiteX13" fmla="*/ 363635 w 8239467"/>
              <a:gd name="connsiteY13" fmla="*/ 4374943 h 5016456"/>
              <a:gd name="connsiteX14" fmla="*/ 0 w 8239467"/>
              <a:gd name="connsiteY14" fmla="*/ 3580002 h 5016456"/>
              <a:gd name="connsiteX0" fmla="*/ 1244258 w 7875832"/>
              <a:gd name="connsiteY0" fmla="*/ 472905 h 5016456"/>
              <a:gd name="connsiteX1" fmla="*/ 3384495 w 7875832"/>
              <a:gd name="connsiteY1" fmla="*/ 256 h 5016456"/>
              <a:gd name="connsiteX2" fmla="*/ 5390796 w 7875832"/>
              <a:gd name="connsiteY2" fmla="*/ 453958 h 5016456"/>
              <a:gd name="connsiteX3" fmla="*/ 7063982 w 7875832"/>
              <a:gd name="connsiteY3" fmla="*/ 1647586 h 5016456"/>
              <a:gd name="connsiteX4" fmla="*/ 7500774 w 7875832"/>
              <a:gd name="connsiteY4" fmla="*/ 2141444 h 5016456"/>
              <a:gd name="connsiteX5" fmla="*/ 7818300 w 7875832"/>
              <a:gd name="connsiteY5" fmla="*/ 3652263 h 5016456"/>
              <a:gd name="connsiteX6" fmla="*/ 7150676 w 7875832"/>
              <a:gd name="connsiteY6" fmla="*/ 4625329 h 5016456"/>
              <a:gd name="connsiteX7" fmla="*/ 5830893 w 7875832"/>
              <a:gd name="connsiteY7" fmla="*/ 4840094 h 5016456"/>
              <a:gd name="connsiteX8" fmla="*/ 5409835 w 7875832"/>
              <a:gd name="connsiteY8" fmla="*/ 4635681 h 5016456"/>
              <a:gd name="connsiteX9" fmla="*/ 4444057 w 7875832"/>
              <a:gd name="connsiteY9" fmla="*/ 4320645 h 5016456"/>
              <a:gd name="connsiteX10" fmla="*/ 3548310 w 7875832"/>
              <a:gd name="connsiteY10" fmla="*/ 4430992 h 5016456"/>
              <a:gd name="connsiteX11" fmla="*/ 2829421 w 7875832"/>
              <a:gd name="connsiteY11" fmla="*/ 4694916 h 5016456"/>
              <a:gd name="connsiteX12" fmla="*/ 436517 w 7875832"/>
              <a:gd name="connsiteY12" fmla="*/ 4775642 h 5016456"/>
              <a:gd name="connsiteX13" fmla="*/ 0 w 7875832"/>
              <a:gd name="connsiteY13" fmla="*/ 4374943 h 5016456"/>
              <a:gd name="connsiteX0" fmla="*/ 807741 w 7439315"/>
              <a:gd name="connsiteY0" fmla="*/ 472905 h 5016456"/>
              <a:gd name="connsiteX1" fmla="*/ 2947978 w 7439315"/>
              <a:gd name="connsiteY1" fmla="*/ 256 h 5016456"/>
              <a:gd name="connsiteX2" fmla="*/ 4954279 w 7439315"/>
              <a:gd name="connsiteY2" fmla="*/ 453958 h 5016456"/>
              <a:gd name="connsiteX3" fmla="*/ 6627465 w 7439315"/>
              <a:gd name="connsiteY3" fmla="*/ 1647586 h 5016456"/>
              <a:gd name="connsiteX4" fmla="*/ 7064257 w 7439315"/>
              <a:gd name="connsiteY4" fmla="*/ 2141444 h 5016456"/>
              <a:gd name="connsiteX5" fmla="*/ 7381783 w 7439315"/>
              <a:gd name="connsiteY5" fmla="*/ 3652263 h 5016456"/>
              <a:gd name="connsiteX6" fmla="*/ 6714159 w 7439315"/>
              <a:gd name="connsiteY6" fmla="*/ 4625329 h 5016456"/>
              <a:gd name="connsiteX7" fmla="*/ 5394376 w 7439315"/>
              <a:gd name="connsiteY7" fmla="*/ 4840094 h 5016456"/>
              <a:gd name="connsiteX8" fmla="*/ 4973318 w 7439315"/>
              <a:gd name="connsiteY8" fmla="*/ 4635681 h 5016456"/>
              <a:gd name="connsiteX9" fmla="*/ 4007540 w 7439315"/>
              <a:gd name="connsiteY9" fmla="*/ 4320645 h 5016456"/>
              <a:gd name="connsiteX10" fmla="*/ 3111793 w 7439315"/>
              <a:gd name="connsiteY10" fmla="*/ 4430992 h 5016456"/>
              <a:gd name="connsiteX11" fmla="*/ 2392904 w 7439315"/>
              <a:gd name="connsiteY11" fmla="*/ 4694916 h 5016456"/>
              <a:gd name="connsiteX12" fmla="*/ 0 w 7439315"/>
              <a:gd name="connsiteY12" fmla="*/ 4775642 h 5016456"/>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11" fmla="*/ 1585163 w 6631574"/>
              <a:gd name="connsiteY11" fmla="*/ 4694916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10" fmla="*/ 2304052 w 6631574"/>
              <a:gd name="connsiteY10" fmla="*/ 4430992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9" fmla="*/ 3199799 w 6631574"/>
              <a:gd name="connsiteY9" fmla="*/ 4320645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8" fmla="*/ 4165577 w 6631574"/>
              <a:gd name="connsiteY8" fmla="*/ 4635681 h 4914632"/>
              <a:gd name="connsiteX0" fmla="*/ 0 w 6631574"/>
              <a:gd name="connsiteY0" fmla="*/ 472905 h 4914632"/>
              <a:gd name="connsiteX1" fmla="*/ 2140237 w 6631574"/>
              <a:gd name="connsiteY1" fmla="*/ 256 h 4914632"/>
              <a:gd name="connsiteX2" fmla="*/ 4146538 w 6631574"/>
              <a:gd name="connsiteY2" fmla="*/ 453958 h 4914632"/>
              <a:gd name="connsiteX3" fmla="*/ 5819724 w 6631574"/>
              <a:gd name="connsiteY3" fmla="*/ 1647586 h 4914632"/>
              <a:gd name="connsiteX4" fmla="*/ 6256516 w 6631574"/>
              <a:gd name="connsiteY4" fmla="*/ 2141444 h 4914632"/>
              <a:gd name="connsiteX5" fmla="*/ 6574042 w 6631574"/>
              <a:gd name="connsiteY5" fmla="*/ 3652263 h 4914632"/>
              <a:gd name="connsiteX6" fmla="*/ 5906418 w 6631574"/>
              <a:gd name="connsiteY6" fmla="*/ 4625329 h 4914632"/>
              <a:gd name="connsiteX7" fmla="*/ 4586635 w 6631574"/>
              <a:gd name="connsiteY7" fmla="*/ 4840094 h 4914632"/>
              <a:gd name="connsiteX0" fmla="*/ 0 w 6631574"/>
              <a:gd name="connsiteY0" fmla="*/ 472905 h 4625329"/>
              <a:gd name="connsiteX1" fmla="*/ 2140237 w 6631574"/>
              <a:gd name="connsiteY1" fmla="*/ 256 h 4625329"/>
              <a:gd name="connsiteX2" fmla="*/ 4146538 w 6631574"/>
              <a:gd name="connsiteY2" fmla="*/ 453958 h 4625329"/>
              <a:gd name="connsiteX3" fmla="*/ 5819724 w 6631574"/>
              <a:gd name="connsiteY3" fmla="*/ 1647586 h 4625329"/>
              <a:gd name="connsiteX4" fmla="*/ 6256516 w 6631574"/>
              <a:gd name="connsiteY4" fmla="*/ 2141444 h 4625329"/>
              <a:gd name="connsiteX5" fmla="*/ 6574042 w 6631574"/>
              <a:gd name="connsiteY5" fmla="*/ 3652263 h 4625329"/>
              <a:gd name="connsiteX6" fmla="*/ 5906418 w 6631574"/>
              <a:gd name="connsiteY6" fmla="*/ 4625329 h 4625329"/>
              <a:gd name="connsiteX0" fmla="*/ 0 w 6631574"/>
              <a:gd name="connsiteY0" fmla="*/ 472905 h 3652263"/>
              <a:gd name="connsiteX1" fmla="*/ 2140237 w 6631574"/>
              <a:gd name="connsiteY1" fmla="*/ 256 h 3652263"/>
              <a:gd name="connsiteX2" fmla="*/ 4146538 w 6631574"/>
              <a:gd name="connsiteY2" fmla="*/ 453958 h 3652263"/>
              <a:gd name="connsiteX3" fmla="*/ 5819724 w 6631574"/>
              <a:gd name="connsiteY3" fmla="*/ 1647586 h 3652263"/>
              <a:gd name="connsiteX4" fmla="*/ 6256516 w 6631574"/>
              <a:gd name="connsiteY4" fmla="*/ 2141444 h 3652263"/>
              <a:gd name="connsiteX5" fmla="*/ 6574042 w 6631574"/>
              <a:gd name="connsiteY5" fmla="*/ 3652263 h 3652263"/>
              <a:gd name="connsiteX0" fmla="*/ 0 w 6256516"/>
              <a:gd name="connsiteY0" fmla="*/ 472905 h 2141444"/>
              <a:gd name="connsiteX1" fmla="*/ 2140237 w 6256516"/>
              <a:gd name="connsiteY1" fmla="*/ 256 h 2141444"/>
              <a:gd name="connsiteX2" fmla="*/ 4146538 w 6256516"/>
              <a:gd name="connsiteY2" fmla="*/ 453958 h 2141444"/>
              <a:gd name="connsiteX3" fmla="*/ 5819724 w 6256516"/>
              <a:gd name="connsiteY3" fmla="*/ 1647586 h 2141444"/>
              <a:gd name="connsiteX4" fmla="*/ 6256516 w 6256516"/>
              <a:gd name="connsiteY4" fmla="*/ 2141444 h 2141444"/>
              <a:gd name="connsiteX0" fmla="*/ 0 w 5819724"/>
              <a:gd name="connsiteY0" fmla="*/ 472905 h 1647586"/>
              <a:gd name="connsiteX1" fmla="*/ 2140237 w 5819724"/>
              <a:gd name="connsiteY1" fmla="*/ 256 h 1647586"/>
              <a:gd name="connsiteX2" fmla="*/ 4146538 w 5819724"/>
              <a:gd name="connsiteY2" fmla="*/ 453958 h 1647586"/>
              <a:gd name="connsiteX3" fmla="*/ 5819724 w 5819724"/>
              <a:gd name="connsiteY3" fmla="*/ 1647586 h 1647586"/>
              <a:gd name="connsiteX0" fmla="*/ 0 w 4146538"/>
              <a:gd name="connsiteY0" fmla="*/ 472905 h 472905"/>
              <a:gd name="connsiteX1" fmla="*/ 2140237 w 4146538"/>
              <a:gd name="connsiteY1" fmla="*/ 256 h 472905"/>
              <a:gd name="connsiteX2" fmla="*/ 4146538 w 4146538"/>
              <a:gd name="connsiteY2" fmla="*/ 453958 h 472905"/>
              <a:gd name="connsiteX0" fmla="*/ 0 w 2140237"/>
              <a:gd name="connsiteY0" fmla="*/ 472905 h 472905"/>
              <a:gd name="connsiteX1" fmla="*/ 2140237 w 2140237"/>
              <a:gd name="connsiteY1" fmla="*/ 256 h 472905"/>
            </a:gdLst>
            <a:ahLst/>
            <a:cxnLst>
              <a:cxn ang="0">
                <a:pos x="connsiteX0" y="connsiteY0"/>
              </a:cxn>
              <a:cxn ang="0">
                <a:pos x="connsiteX1" y="connsiteY1"/>
              </a:cxn>
            </a:cxnLst>
            <a:rect l="l" t="t" r="r" b="b"/>
            <a:pathLst>
              <a:path w="2140237" h="472905">
                <a:moveTo>
                  <a:pt x="0" y="472905"/>
                </a:moveTo>
                <a:cubicBezTo>
                  <a:pt x="686401" y="145037"/>
                  <a:pt x="1400487" y="-7126"/>
                  <a:pt x="2140237" y="25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45" name="Freeform: Shape 44">
            <a:extLst>
              <a:ext uri="{FF2B5EF4-FFF2-40B4-BE49-F238E27FC236}">
                <a16:creationId xmlns:a16="http://schemas.microsoft.com/office/drawing/2014/main" id="{B02F7449-FACA-BB9A-408D-B21177D89A3F}"/>
              </a:ext>
            </a:extLst>
          </p:cNvPr>
          <p:cNvSpPr/>
          <p:nvPr userDrawn="1"/>
        </p:nvSpPr>
        <p:spPr>
          <a:xfrm rot="20580000" flipH="1">
            <a:off x="3447610" y="4196051"/>
            <a:ext cx="2006301" cy="453702"/>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18" fmla="*/ 3940078 w 8339975"/>
              <a:gd name="connsiteY18" fmla="*/ 91440 h 5016200"/>
              <a:gd name="connsiteX0" fmla="*/ 3848638 w 8339975"/>
              <a:gd name="connsiteY0" fmla="*/ 0 h 5016200"/>
              <a:gd name="connsiteX1" fmla="*/ 5854939 w 8339975"/>
              <a:gd name="connsiteY1" fmla="*/ 453702 h 5016200"/>
              <a:gd name="connsiteX2" fmla="*/ 7528125 w 8339975"/>
              <a:gd name="connsiteY2" fmla="*/ 1647330 h 5016200"/>
              <a:gd name="connsiteX3" fmla="*/ 7964917 w 8339975"/>
              <a:gd name="connsiteY3" fmla="*/ 2141188 h 5016200"/>
              <a:gd name="connsiteX4" fmla="*/ 8282443 w 8339975"/>
              <a:gd name="connsiteY4" fmla="*/ 3652007 h 5016200"/>
              <a:gd name="connsiteX5" fmla="*/ 7614819 w 8339975"/>
              <a:gd name="connsiteY5" fmla="*/ 4625073 h 5016200"/>
              <a:gd name="connsiteX6" fmla="*/ 6295036 w 8339975"/>
              <a:gd name="connsiteY6" fmla="*/ 4839838 h 5016200"/>
              <a:gd name="connsiteX7" fmla="*/ 5873978 w 8339975"/>
              <a:gd name="connsiteY7" fmla="*/ 4635425 h 5016200"/>
              <a:gd name="connsiteX8" fmla="*/ 4908200 w 8339975"/>
              <a:gd name="connsiteY8" fmla="*/ 4320389 h 5016200"/>
              <a:gd name="connsiteX9" fmla="*/ 4012453 w 8339975"/>
              <a:gd name="connsiteY9" fmla="*/ 4430736 h 5016200"/>
              <a:gd name="connsiteX10" fmla="*/ 3293564 w 8339975"/>
              <a:gd name="connsiteY10" fmla="*/ 4694660 h 5016200"/>
              <a:gd name="connsiteX11" fmla="*/ 900660 w 8339975"/>
              <a:gd name="connsiteY11" fmla="*/ 4775386 h 5016200"/>
              <a:gd name="connsiteX12" fmla="*/ 464143 w 8339975"/>
              <a:gd name="connsiteY12" fmla="*/ 4374687 h 5016200"/>
              <a:gd name="connsiteX13" fmla="*/ 100508 w 8339975"/>
              <a:gd name="connsiteY13" fmla="*/ 3579746 h 5016200"/>
              <a:gd name="connsiteX14" fmla="*/ 1210 w 8339975"/>
              <a:gd name="connsiteY14" fmla="*/ 2578689 h 5016200"/>
              <a:gd name="connsiteX15" fmla="*/ 500797 w 8339975"/>
              <a:gd name="connsiteY15" fmla="*/ 1383847 h 5016200"/>
              <a:gd name="connsiteX16" fmla="*/ 1318314 w 8339975"/>
              <a:gd name="connsiteY16" fmla="*/ 689538 h 5016200"/>
              <a:gd name="connsiteX17" fmla="*/ 1708401 w 8339975"/>
              <a:gd name="connsiteY17"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499674 w 8338852"/>
              <a:gd name="connsiteY14" fmla="*/ 1383847 h 5016200"/>
              <a:gd name="connsiteX15" fmla="*/ 1317191 w 8338852"/>
              <a:gd name="connsiteY15" fmla="*/ 689538 h 5016200"/>
              <a:gd name="connsiteX16" fmla="*/ 1707278 w 8338852"/>
              <a:gd name="connsiteY16"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317191 w 8338852"/>
              <a:gd name="connsiteY14" fmla="*/ 689538 h 5016200"/>
              <a:gd name="connsiteX15" fmla="*/ 1707278 w 8338852"/>
              <a:gd name="connsiteY15"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14" fmla="*/ 1707278 w 8338852"/>
              <a:gd name="connsiteY14" fmla="*/ 472649 h 5016200"/>
              <a:gd name="connsiteX0" fmla="*/ 3847515 w 8338852"/>
              <a:gd name="connsiteY0" fmla="*/ 0 h 5016200"/>
              <a:gd name="connsiteX1" fmla="*/ 5853816 w 8338852"/>
              <a:gd name="connsiteY1" fmla="*/ 453702 h 5016200"/>
              <a:gd name="connsiteX2" fmla="*/ 7527002 w 8338852"/>
              <a:gd name="connsiteY2" fmla="*/ 1647330 h 5016200"/>
              <a:gd name="connsiteX3" fmla="*/ 7963794 w 8338852"/>
              <a:gd name="connsiteY3" fmla="*/ 2141188 h 5016200"/>
              <a:gd name="connsiteX4" fmla="*/ 8281320 w 8338852"/>
              <a:gd name="connsiteY4" fmla="*/ 3652007 h 5016200"/>
              <a:gd name="connsiteX5" fmla="*/ 7613696 w 8338852"/>
              <a:gd name="connsiteY5" fmla="*/ 4625073 h 5016200"/>
              <a:gd name="connsiteX6" fmla="*/ 6293913 w 8338852"/>
              <a:gd name="connsiteY6" fmla="*/ 4839838 h 5016200"/>
              <a:gd name="connsiteX7" fmla="*/ 5872855 w 8338852"/>
              <a:gd name="connsiteY7" fmla="*/ 4635425 h 5016200"/>
              <a:gd name="connsiteX8" fmla="*/ 4907077 w 8338852"/>
              <a:gd name="connsiteY8" fmla="*/ 4320389 h 5016200"/>
              <a:gd name="connsiteX9" fmla="*/ 4011330 w 8338852"/>
              <a:gd name="connsiteY9" fmla="*/ 4430736 h 5016200"/>
              <a:gd name="connsiteX10" fmla="*/ 3292441 w 8338852"/>
              <a:gd name="connsiteY10" fmla="*/ 4694660 h 5016200"/>
              <a:gd name="connsiteX11" fmla="*/ 899537 w 8338852"/>
              <a:gd name="connsiteY11" fmla="*/ 4775386 h 5016200"/>
              <a:gd name="connsiteX12" fmla="*/ 463020 w 8338852"/>
              <a:gd name="connsiteY12" fmla="*/ 4374687 h 5016200"/>
              <a:gd name="connsiteX13" fmla="*/ 87 w 8338852"/>
              <a:gd name="connsiteY13" fmla="*/ 2578689 h 5016200"/>
              <a:gd name="connsiteX0" fmla="*/ 3384495 w 7875832"/>
              <a:gd name="connsiteY0" fmla="*/ 0 h 5016200"/>
              <a:gd name="connsiteX1" fmla="*/ 5390796 w 7875832"/>
              <a:gd name="connsiteY1" fmla="*/ 453702 h 5016200"/>
              <a:gd name="connsiteX2" fmla="*/ 7063982 w 7875832"/>
              <a:gd name="connsiteY2" fmla="*/ 1647330 h 5016200"/>
              <a:gd name="connsiteX3" fmla="*/ 7500774 w 7875832"/>
              <a:gd name="connsiteY3" fmla="*/ 2141188 h 5016200"/>
              <a:gd name="connsiteX4" fmla="*/ 7818300 w 7875832"/>
              <a:gd name="connsiteY4" fmla="*/ 3652007 h 5016200"/>
              <a:gd name="connsiteX5" fmla="*/ 7150676 w 7875832"/>
              <a:gd name="connsiteY5" fmla="*/ 4625073 h 5016200"/>
              <a:gd name="connsiteX6" fmla="*/ 5830893 w 7875832"/>
              <a:gd name="connsiteY6" fmla="*/ 4839838 h 5016200"/>
              <a:gd name="connsiteX7" fmla="*/ 5409835 w 7875832"/>
              <a:gd name="connsiteY7" fmla="*/ 4635425 h 5016200"/>
              <a:gd name="connsiteX8" fmla="*/ 4444057 w 7875832"/>
              <a:gd name="connsiteY8" fmla="*/ 4320389 h 5016200"/>
              <a:gd name="connsiteX9" fmla="*/ 3548310 w 7875832"/>
              <a:gd name="connsiteY9" fmla="*/ 4430736 h 5016200"/>
              <a:gd name="connsiteX10" fmla="*/ 2829421 w 7875832"/>
              <a:gd name="connsiteY10" fmla="*/ 4694660 h 5016200"/>
              <a:gd name="connsiteX11" fmla="*/ 436517 w 7875832"/>
              <a:gd name="connsiteY11" fmla="*/ 4775386 h 5016200"/>
              <a:gd name="connsiteX12" fmla="*/ 0 w 7875832"/>
              <a:gd name="connsiteY12" fmla="*/ 4374687 h 5016200"/>
              <a:gd name="connsiteX0" fmla="*/ 2947978 w 7439315"/>
              <a:gd name="connsiteY0" fmla="*/ 0 h 5016200"/>
              <a:gd name="connsiteX1" fmla="*/ 4954279 w 7439315"/>
              <a:gd name="connsiteY1" fmla="*/ 453702 h 5016200"/>
              <a:gd name="connsiteX2" fmla="*/ 6627465 w 7439315"/>
              <a:gd name="connsiteY2" fmla="*/ 1647330 h 5016200"/>
              <a:gd name="connsiteX3" fmla="*/ 7064257 w 7439315"/>
              <a:gd name="connsiteY3" fmla="*/ 2141188 h 5016200"/>
              <a:gd name="connsiteX4" fmla="*/ 7381783 w 7439315"/>
              <a:gd name="connsiteY4" fmla="*/ 3652007 h 5016200"/>
              <a:gd name="connsiteX5" fmla="*/ 6714159 w 7439315"/>
              <a:gd name="connsiteY5" fmla="*/ 4625073 h 5016200"/>
              <a:gd name="connsiteX6" fmla="*/ 5394376 w 7439315"/>
              <a:gd name="connsiteY6" fmla="*/ 4839838 h 5016200"/>
              <a:gd name="connsiteX7" fmla="*/ 4973318 w 7439315"/>
              <a:gd name="connsiteY7" fmla="*/ 4635425 h 5016200"/>
              <a:gd name="connsiteX8" fmla="*/ 4007540 w 7439315"/>
              <a:gd name="connsiteY8" fmla="*/ 4320389 h 5016200"/>
              <a:gd name="connsiteX9" fmla="*/ 3111793 w 7439315"/>
              <a:gd name="connsiteY9" fmla="*/ 4430736 h 5016200"/>
              <a:gd name="connsiteX10" fmla="*/ 2392904 w 7439315"/>
              <a:gd name="connsiteY10" fmla="*/ 4694660 h 5016200"/>
              <a:gd name="connsiteX11" fmla="*/ 0 w 7439315"/>
              <a:gd name="connsiteY11" fmla="*/ 4775386 h 5016200"/>
              <a:gd name="connsiteX0" fmla="*/ 555074 w 5046411"/>
              <a:gd name="connsiteY0" fmla="*/ 0 h 4914376"/>
              <a:gd name="connsiteX1" fmla="*/ 2561375 w 5046411"/>
              <a:gd name="connsiteY1" fmla="*/ 453702 h 4914376"/>
              <a:gd name="connsiteX2" fmla="*/ 4234561 w 5046411"/>
              <a:gd name="connsiteY2" fmla="*/ 1647330 h 4914376"/>
              <a:gd name="connsiteX3" fmla="*/ 4671353 w 5046411"/>
              <a:gd name="connsiteY3" fmla="*/ 2141188 h 4914376"/>
              <a:gd name="connsiteX4" fmla="*/ 4988879 w 5046411"/>
              <a:gd name="connsiteY4" fmla="*/ 3652007 h 4914376"/>
              <a:gd name="connsiteX5" fmla="*/ 4321255 w 5046411"/>
              <a:gd name="connsiteY5" fmla="*/ 4625073 h 4914376"/>
              <a:gd name="connsiteX6" fmla="*/ 3001472 w 5046411"/>
              <a:gd name="connsiteY6" fmla="*/ 4839838 h 4914376"/>
              <a:gd name="connsiteX7" fmla="*/ 2580414 w 5046411"/>
              <a:gd name="connsiteY7" fmla="*/ 4635425 h 4914376"/>
              <a:gd name="connsiteX8" fmla="*/ 1614636 w 5046411"/>
              <a:gd name="connsiteY8" fmla="*/ 4320389 h 4914376"/>
              <a:gd name="connsiteX9" fmla="*/ 718889 w 5046411"/>
              <a:gd name="connsiteY9" fmla="*/ 4430736 h 4914376"/>
              <a:gd name="connsiteX10" fmla="*/ 0 w 5046411"/>
              <a:gd name="connsiteY10" fmla="*/ 4694660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9" fmla="*/ 163815 w 4491337"/>
              <a:gd name="connsiteY9" fmla="*/ 4430736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8" fmla="*/ 1059562 w 4491337"/>
              <a:gd name="connsiteY8" fmla="*/ 4320389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7" fmla="*/ 2025340 w 4491337"/>
              <a:gd name="connsiteY7" fmla="*/ 4635425 h 4914376"/>
              <a:gd name="connsiteX0" fmla="*/ 0 w 4491337"/>
              <a:gd name="connsiteY0" fmla="*/ 0 h 4914376"/>
              <a:gd name="connsiteX1" fmla="*/ 2006301 w 4491337"/>
              <a:gd name="connsiteY1" fmla="*/ 453702 h 4914376"/>
              <a:gd name="connsiteX2" fmla="*/ 3679487 w 4491337"/>
              <a:gd name="connsiteY2" fmla="*/ 1647330 h 4914376"/>
              <a:gd name="connsiteX3" fmla="*/ 4116279 w 4491337"/>
              <a:gd name="connsiteY3" fmla="*/ 2141188 h 4914376"/>
              <a:gd name="connsiteX4" fmla="*/ 4433805 w 4491337"/>
              <a:gd name="connsiteY4" fmla="*/ 3652007 h 4914376"/>
              <a:gd name="connsiteX5" fmla="*/ 3766181 w 4491337"/>
              <a:gd name="connsiteY5" fmla="*/ 4625073 h 4914376"/>
              <a:gd name="connsiteX6" fmla="*/ 2446398 w 4491337"/>
              <a:gd name="connsiteY6" fmla="*/ 4839838 h 4914376"/>
              <a:gd name="connsiteX0" fmla="*/ 0 w 4491337"/>
              <a:gd name="connsiteY0" fmla="*/ 0 h 4625073"/>
              <a:gd name="connsiteX1" fmla="*/ 2006301 w 4491337"/>
              <a:gd name="connsiteY1" fmla="*/ 453702 h 4625073"/>
              <a:gd name="connsiteX2" fmla="*/ 3679487 w 4491337"/>
              <a:gd name="connsiteY2" fmla="*/ 1647330 h 4625073"/>
              <a:gd name="connsiteX3" fmla="*/ 4116279 w 4491337"/>
              <a:gd name="connsiteY3" fmla="*/ 2141188 h 4625073"/>
              <a:gd name="connsiteX4" fmla="*/ 4433805 w 4491337"/>
              <a:gd name="connsiteY4" fmla="*/ 3652007 h 4625073"/>
              <a:gd name="connsiteX5" fmla="*/ 3766181 w 4491337"/>
              <a:gd name="connsiteY5" fmla="*/ 4625073 h 4625073"/>
              <a:gd name="connsiteX0" fmla="*/ 0 w 4491337"/>
              <a:gd name="connsiteY0" fmla="*/ 0 h 3652007"/>
              <a:gd name="connsiteX1" fmla="*/ 2006301 w 4491337"/>
              <a:gd name="connsiteY1" fmla="*/ 453702 h 3652007"/>
              <a:gd name="connsiteX2" fmla="*/ 3679487 w 4491337"/>
              <a:gd name="connsiteY2" fmla="*/ 1647330 h 3652007"/>
              <a:gd name="connsiteX3" fmla="*/ 4116279 w 4491337"/>
              <a:gd name="connsiteY3" fmla="*/ 2141188 h 3652007"/>
              <a:gd name="connsiteX4" fmla="*/ 4433805 w 4491337"/>
              <a:gd name="connsiteY4" fmla="*/ 3652007 h 3652007"/>
              <a:gd name="connsiteX0" fmla="*/ 0 w 4116279"/>
              <a:gd name="connsiteY0" fmla="*/ 0 h 2141188"/>
              <a:gd name="connsiteX1" fmla="*/ 2006301 w 4116279"/>
              <a:gd name="connsiteY1" fmla="*/ 453702 h 2141188"/>
              <a:gd name="connsiteX2" fmla="*/ 3679487 w 4116279"/>
              <a:gd name="connsiteY2" fmla="*/ 1647330 h 2141188"/>
              <a:gd name="connsiteX3" fmla="*/ 4116279 w 4116279"/>
              <a:gd name="connsiteY3" fmla="*/ 2141188 h 2141188"/>
              <a:gd name="connsiteX0" fmla="*/ 0 w 3679487"/>
              <a:gd name="connsiteY0" fmla="*/ 0 h 1647330"/>
              <a:gd name="connsiteX1" fmla="*/ 2006301 w 3679487"/>
              <a:gd name="connsiteY1" fmla="*/ 453702 h 1647330"/>
              <a:gd name="connsiteX2" fmla="*/ 3679487 w 3679487"/>
              <a:gd name="connsiteY2" fmla="*/ 1647330 h 1647330"/>
              <a:gd name="connsiteX0" fmla="*/ 0 w 2006301"/>
              <a:gd name="connsiteY0" fmla="*/ 0 h 453702"/>
              <a:gd name="connsiteX1" fmla="*/ 2006301 w 2006301"/>
              <a:gd name="connsiteY1" fmla="*/ 453702 h 453702"/>
            </a:gdLst>
            <a:ahLst/>
            <a:cxnLst>
              <a:cxn ang="0">
                <a:pos x="connsiteX0" y="connsiteY0"/>
              </a:cxn>
              <a:cxn ang="0">
                <a:pos x="connsiteX1" y="connsiteY1"/>
              </a:cxn>
            </a:cxnLst>
            <a:rect l="l" t="t" r="r" b="b"/>
            <a:pathLst>
              <a:path w="2006301" h="453702">
                <a:moveTo>
                  <a:pt x="0" y="0"/>
                </a:moveTo>
                <a:cubicBezTo>
                  <a:pt x="722289" y="7252"/>
                  <a:pt x="1387140" y="169081"/>
                  <a:pt x="2006301" y="45370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35" name="Freeform: Shape 34">
            <a:extLst>
              <a:ext uri="{FF2B5EF4-FFF2-40B4-BE49-F238E27FC236}">
                <a16:creationId xmlns:a16="http://schemas.microsoft.com/office/drawing/2014/main" id="{273734FD-BC55-D1E1-2097-E9EF45006A4B}"/>
              </a:ext>
            </a:extLst>
          </p:cNvPr>
          <p:cNvSpPr/>
          <p:nvPr userDrawn="1"/>
        </p:nvSpPr>
        <p:spPr>
          <a:xfrm rot="10560000">
            <a:off x="2793467" y="1387752"/>
            <a:ext cx="6622719" cy="733164"/>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900660 w 8339975"/>
              <a:gd name="connsiteY0" fmla="*/ 4775642 h 5046560"/>
              <a:gd name="connsiteX1" fmla="*/ 464143 w 8339975"/>
              <a:gd name="connsiteY1" fmla="*/ 4374943 h 5046560"/>
              <a:gd name="connsiteX2" fmla="*/ 100508 w 8339975"/>
              <a:gd name="connsiteY2" fmla="*/ 3580002 h 5046560"/>
              <a:gd name="connsiteX3" fmla="*/ 1210 w 8339975"/>
              <a:gd name="connsiteY3" fmla="*/ 2578945 h 5046560"/>
              <a:gd name="connsiteX4" fmla="*/ 500797 w 8339975"/>
              <a:gd name="connsiteY4" fmla="*/ 1384103 h 5046560"/>
              <a:gd name="connsiteX5" fmla="*/ 1318314 w 8339975"/>
              <a:gd name="connsiteY5" fmla="*/ 689794 h 5046560"/>
              <a:gd name="connsiteX6" fmla="*/ 1708401 w 8339975"/>
              <a:gd name="connsiteY6" fmla="*/ 472905 h 5046560"/>
              <a:gd name="connsiteX7" fmla="*/ 3848638 w 8339975"/>
              <a:gd name="connsiteY7" fmla="*/ 256 h 5046560"/>
              <a:gd name="connsiteX8" fmla="*/ 5854939 w 8339975"/>
              <a:gd name="connsiteY8" fmla="*/ 453958 h 5046560"/>
              <a:gd name="connsiteX9" fmla="*/ 7528125 w 8339975"/>
              <a:gd name="connsiteY9" fmla="*/ 1647586 h 5046560"/>
              <a:gd name="connsiteX10" fmla="*/ 7964917 w 8339975"/>
              <a:gd name="connsiteY10" fmla="*/ 2141444 h 5046560"/>
              <a:gd name="connsiteX11" fmla="*/ 8282443 w 8339975"/>
              <a:gd name="connsiteY11" fmla="*/ 3652263 h 5046560"/>
              <a:gd name="connsiteX12" fmla="*/ 7614819 w 8339975"/>
              <a:gd name="connsiteY12" fmla="*/ 4625329 h 5046560"/>
              <a:gd name="connsiteX13" fmla="*/ 6295036 w 8339975"/>
              <a:gd name="connsiteY13" fmla="*/ 4840094 h 5046560"/>
              <a:gd name="connsiteX14" fmla="*/ 5873978 w 8339975"/>
              <a:gd name="connsiteY14" fmla="*/ 4635681 h 5046560"/>
              <a:gd name="connsiteX15" fmla="*/ 4908200 w 8339975"/>
              <a:gd name="connsiteY15" fmla="*/ 4320645 h 5046560"/>
              <a:gd name="connsiteX16" fmla="*/ 4012453 w 8339975"/>
              <a:gd name="connsiteY16" fmla="*/ 4430992 h 5046560"/>
              <a:gd name="connsiteX17" fmla="*/ 3293564 w 8339975"/>
              <a:gd name="connsiteY17" fmla="*/ 4694916 h 5046560"/>
              <a:gd name="connsiteX18" fmla="*/ 992100 w 8339975"/>
              <a:gd name="connsiteY18" fmla="*/ 4867082 h 5046560"/>
              <a:gd name="connsiteX0" fmla="*/ 910876 w 8350191"/>
              <a:gd name="connsiteY0" fmla="*/ 4775642 h 5046560"/>
              <a:gd name="connsiteX1" fmla="*/ 110724 w 8350191"/>
              <a:gd name="connsiteY1" fmla="*/ 3580002 h 5046560"/>
              <a:gd name="connsiteX2" fmla="*/ 11426 w 8350191"/>
              <a:gd name="connsiteY2" fmla="*/ 2578945 h 5046560"/>
              <a:gd name="connsiteX3" fmla="*/ 511013 w 8350191"/>
              <a:gd name="connsiteY3" fmla="*/ 1384103 h 5046560"/>
              <a:gd name="connsiteX4" fmla="*/ 1328530 w 8350191"/>
              <a:gd name="connsiteY4" fmla="*/ 689794 h 5046560"/>
              <a:gd name="connsiteX5" fmla="*/ 1718617 w 8350191"/>
              <a:gd name="connsiteY5" fmla="*/ 472905 h 5046560"/>
              <a:gd name="connsiteX6" fmla="*/ 3858854 w 8350191"/>
              <a:gd name="connsiteY6" fmla="*/ 256 h 5046560"/>
              <a:gd name="connsiteX7" fmla="*/ 5865155 w 8350191"/>
              <a:gd name="connsiteY7" fmla="*/ 453958 h 5046560"/>
              <a:gd name="connsiteX8" fmla="*/ 7538341 w 8350191"/>
              <a:gd name="connsiteY8" fmla="*/ 1647586 h 5046560"/>
              <a:gd name="connsiteX9" fmla="*/ 7975133 w 8350191"/>
              <a:gd name="connsiteY9" fmla="*/ 2141444 h 5046560"/>
              <a:gd name="connsiteX10" fmla="*/ 8292659 w 8350191"/>
              <a:gd name="connsiteY10" fmla="*/ 3652263 h 5046560"/>
              <a:gd name="connsiteX11" fmla="*/ 7625035 w 8350191"/>
              <a:gd name="connsiteY11" fmla="*/ 4625329 h 5046560"/>
              <a:gd name="connsiteX12" fmla="*/ 6305252 w 8350191"/>
              <a:gd name="connsiteY12" fmla="*/ 4840094 h 5046560"/>
              <a:gd name="connsiteX13" fmla="*/ 5884194 w 8350191"/>
              <a:gd name="connsiteY13" fmla="*/ 4635681 h 5046560"/>
              <a:gd name="connsiteX14" fmla="*/ 4918416 w 8350191"/>
              <a:gd name="connsiteY14" fmla="*/ 4320645 h 5046560"/>
              <a:gd name="connsiteX15" fmla="*/ 4022669 w 8350191"/>
              <a:gd name="connsiteY15" fmla="*/ 4430992 h 5046560"/>
              <a:gd name="connsiteX16" fmla="*/ 3303780 w 8350191"/>
              <a:gd name="connsiteY16" fmla="*/ 4694916 h 5046560"/>
              <a:gd name="connsiteX17" fmla="*/ 1002316 w 8350191"/>
              <a:gd name="connsiteY17" fmla="*/ 4867082 h 5046560"/>
              <a:gd name="connsiteX0" fmla="*/ 899450 w 8338765"/>
              <a:gd name="connsiteY0" fmla="*/ 4775642 h 5046560"/>
              <a:gd name="connsiteX1" fmla="*/ 0 w 8338765"/>
              <a:gd name="connsiteY1" fmla="*/ 2578945 h 5046560"/>
              <a:gd name="connsiteX2" fmla="*/ 499587 w 8338765"/>
              <a:gd name="connsiteY2" fmla="*/ 1384103 h 5046560"/>
              <a:gd name="connsiteX3" fmla="*/ 1317104 w 8338765"/>
              <a:gd name="connsiteY3" fmla="*/ 689794 h 5046560"/>
              <a:gd name="connsiteX4" fmla="*/ 1707191 w 8338765"/>
              <a:gd name="connsiteY4" fmla="*/ 472905 h 5046560"/>
              <a:gd name="connsiteX5" fmla="*/ 3847428 w 8338765"/>
              <a:gd name="connsiteY5" fmla="*/ 256 h 5046560"/>
              <a:gd name="connsiteX6" fmla="*/ 5853729 w 8338765"/>
              <a:gd name="connsiteY6" fmla="*/ 453958 h 5046560"/>
              <a:gd name="connsiteX7" fmla="*/ 7526915 w 8338765"/>
              <a:gd name="connsiteY7" fmla="*/ 1647586 h 5046560"/>
              <a:gd name="connsiteX8" fmla="*/ 7963707 w 8338765"/>
              <a:gd name="connsiteY8" fmla="*/ 2141444 h 5046560"/>
              <a:gd name="connsiteX9" fmla="*/ 8281233 w 8338765"/>
              <a:gd name="connsiteY9" fmla="*/ 3652263 h 5046560"/>
              <a:gd name="connsiteX10" fmla="*/ 7613609 w 8338765"/>
              <a:gd name="connsiteY10" fmla="*/ 4625329 h 5046560"/>
              <a:gd name="connsiteX11" fmla="*/ 6293826 w 8338765"/>
              <a:gd name="connsiteY11" fmla="*/ 4840094 h 5046560"/>
              <a:gd name="connsiteX12" fmla="*/ 5872768 w 8338765"/>
              <a:gd name="connsiteY12" fmla="*/ 4635681 h 5046560"/>
              <a:gd name="connsiteX13" fmla="*/ 4906990 w 8338765"/>
              <a:gd name="connsiteY13" fmla="*/ 4320645 h 5046560"/>
              <a:gd name="connsiteX14" fmla="*/ 4011243 w 8338765"/>
              <a:gd name="connsiteY14" fmla="*/ 4430992 h 5046560"/>
              <a:gd name="connsiteX15" fmla="*/ 3292354 w 8338765"/>
              <a:gd name="connsiteY15" fmla="*/ 4694916 h 5046560"/>
              <a:gd name="connsiteX16" fmla="*/ 990890 w 8338765"/>
              <a:gd name="connsiteY16" fmla="*/ 4867082 h 5046560"/>
              <a:gd name="connsiteX0" fmla="*/ 0 w 8338765"/>
              <a:gd name="connsiteY0" fmla="*/ 2578945 h 5046560"/>
              <a:gd name="connsiteX1" fmla="*/ 499587 w 8338765"/>
              <a:gd name="connsiteY1" fmla="*/ 1384103 h 5046560"/>
              <a:gd name="connsiteX2" fmla="*/ 1317104 w 8338765"/>
              <a:gd name="connsiteY2" fmla="*/ 689794 h 5046560"/>
              <a:gd name="connsiteX3" fmla="*/ 1707191 w 8338765"/>
              <a:gd name="connsiteY3" fmla="*/ 472905 h 5046560"/>
              <a:gd name="connsiteX4" fmla="*/ 3847428 w 8338765"/>
              <a:gd name="connsiteY4" fmla="*/ 256 h 5046560"/>
              <a:gd name="connsiteX5" fmla="*/ 5853729 w 8338765"/>
              <a:gd name="connsiteY5" fmla="*/ 453958 h 5046560"/>
              <a:gd name="connsiteX6" fmla="*/ 7526915 w 8338765"/>
              <a:gd name="connsiteY6" fmla="*/ 1647586 h 5046560"/>
              <a:gd name="connsiteX7" fmla="*/ 7963707 w 8338765"/>
              <a:gd name="connsiteY7" fmla="*/ 2141444 h 5046560"/>
              <a:gd name="connsiteX8" fmla="*/ 8281233 w 8338765"/>
              <a:gd name="connsiteY8" fmla="*/ 3652263 h 5046560"/>
              <a:gd name="connsiteX9" fmla="*/ 7613609 w 8338765"/>
              <a:gd name="connsiteY9" fmla="*/ 4625329 h 5046560"/>
              <a:gd name="connsiteX10" fmla="*/ 6293826 w 8338765"/>
              <a:gd name="connsiteY10" fmla="*/ 4840094 h 5046560"/>
              <a:gd name="connsiteX11" fmla="*/ 5872768 w 8338765"/>
              <a:gd name="connsiteY11" fmla="*/ 4635681 h 5046560"/>
              <a:gd name="connsiteX12" fmla="*/ 4906990 w 8338765"/>
              <a:gd name="connsiteY12" fmla="*/ 4320645 h 5046560"/>
              <a:gd name="connsiteX13" fmla="*/ 4011243 w 8338765"/>
              <a:gd name="connsiteY13" fmla="*/ 4430992 h 5046560"/>
              <a:gd name="connsiteX14" fmla="*/ 3292354 w 8338765"/>
              <a:gd name="connsiteY14" fmla="*/ 4694916 h 5046560"/>
              <a:gd name="connsiteX15" fmla="*/ 990890 w 8338765"/>
              <a:gd name="connsiteY15" fmla="*/ 4867082 h 5046560"/>
              <a:gd name="connsiteX0" fmla="*/ 0 w 7839178"/>
              <a:gd name="connsiteY0" fmla="*/ 1384103 h 5046560"/>
              <a:gd name="connsiteX1" fmla="*/ 817517 w 7839178"/>
              <a:gd name="connsiteY1" fmla="*/ 689794 h 5046560"/>
              <a:gd name="connsiteX2" fmla="*/ 1207604 w 7839178"/>
              <a:gd name="connsiteY2" fmla="*/ 472905 h 5046560"/>
              <a:gd name="connsiteX3" fmla="*/ 3347841 w 7839178"/>
              <a:gd name="connsiteY3" fmla="*/ 256 h 5046560"/>
              <a:gd name="connsiteX4" fmla="*/ 5354142 w 7839178"/>
              <a:gd name="connsiteY4" fmla="*/ 453958 h 5046560"/>
              <a:gd name="connsiteX5" fmla="*/ 7027328 w 7839178"/>
              <a:gd name="connsiteY5" fmla="*/ 1647586 h 5046560"/>
              <a:gd name="connsiteX6" fmla="*/ 7464120 w 7839178"/>
              <a:gd name="connsiteY6" fmla="*/ 2141444 h 5046560"/>
              <a:gd name="connsiteX7" fmla="*/ 7781646 w 7839178"/>
              <a:gd name="connsiteY7" fmla="*/ 3652263 h 5046560"/>
              <a:gd name="connsiteX8" fmla="*/ 7114022 w 7839178"/>
              <a:gd name="connsiteY8" fmla="*/ 4625329 h 5046560"/>
              <a:gd name="connsiteX9" fmla="*/ 5794239 w 7839178"/>
              <a:gd name="connsiteY9" fmla="*/ 4840094 h 5046560"/>
              <a:gd name="connsiteX10" fmla="*/ 5373181 w 7839178"/>
              <a:gd name="connsiteY10" fmla="*/ 4635681 h 5046560"/>
              <a:gd name="connsiteX11" fmla="*/ 4407403 w 7839178"/>
              <a:gd name="connsiteY11" fmla="*/ 4320645 h 5046560"/>
              <a:gd name="connsiteX12" fmla="*/ 3511656 w 7839178"/>
              <a:gd name="connsiteY12" fmla="*/ 4430992 h 5046560"/>
              <a:gd name="connsiteX13" fmla="*/ 2792767 w 7839178"/>
              <a:gd name="connsiteY13" fmla="*/ 4694916 h 5046560"/>
              <a:gd name="connsiteX14" fmla="*/ 491303 w 7839178"/>
              <a:gd name="connsiteY14" fmla="*/ 4867082 h 5046560"/>
              <a:gd name="connsiteX0" fmla="*/ 326214 w 7347875"/>
              <a:gd name="connsiteY0" fmla="*/ 689794 h 5046560"/>
              <a:gd name="connsiteX1" fmla="*/ 716301 w 7347875"/>
              <a:gd name="connsiteY1" fmla="*/ 472905 h 5046560"/>
              <a:gd name="connsiteX2" fmla="*/ 2856538 w 7347875"/>
              <a:gd name="connsiteY2" fmla="*/ 256 h 5046560"/>
              <a:gd name="connsiteX3" fmla="*/ 4862839 w 7347875"/>
              <a:gd name="connsiteY3" fmla="*/ 453958 h 5046560"/>
              <a:gd name="connsiteX4" fmla="*/ 6536025 w 7347875"/>
              <a:gd name="connsiteY4" fmla="*/ 1647586 h 5046560"/>
              <a:gd name="connsiteX5" fmla="*/ 6972817 w 7347875"/>
              <a:gd name="connsiteY5" fmla="*/ 2141444 h 5046560"/>
              <a:gd name="connsiteX6" fmla="*/ 7290343 w 7347875"/>
              <a:gd name="connsiteY6" fmla="*/ 3652263 h 5046560"/>
              <a:gd name="connsiteX7" fmla="*/ 6622719 w 7347875"/>
              <a:gd name="connsiteY7" fmla="*/ 4625329 h 5046560"/>
              <a:gd name="connsiteX8" fmla="*/ 5302936 w 7347875"/>
              <a:gd name="connsiteY8" fmla="*/ 4840094 h 5046560"/>
              <a:gd name="connsiteX9" fmla="*/ 4881878 w 7347875"/>
              <a:gd name="connsiteY9" fmla="*/ 4635681 h 5046560"/>
              <a:gd name="connsiteX10" fmla="*/ 3916100 w 7347875"/>
              <a:gd name="connsiteY10" fmla="*/ 4320645 h 5046560"/>
              <a:gd name="connsiteX11" fmla="*/ 3020353 w 7347875"/>
              <a:gd name="connsiteY11" fmla="*/ 4430992 h 5046560"/>
              <a:gd name="connsiteX12" fmla="*/ 2301464 w 7347875"/>
              <a:gd name="connsiteY12" fmla="*/ 4694916 h 5046560"/>
              <a:gd name="connsiteX13" fmla="*/ 0 w 7347875"/>
              <a:gd name="connsiteY13" fmla="*/ 4867082 h 5046560"/>
              <a:gd name="connsiteX0" fmla="*/ 716301 w 7347875"/>
              <a:gd name="connsiteY0" fmla="*/ 472905 h 5046560"/>
              <a:gd name="connsiteX1" fmla="*/ 2856538 w 7347875"/>
              <a:gd name="connsiteY1" fmla="*/ 256 h 5046560"/>
              <a:gd name="connsiteX2" fmla="*/ 4862839 w 7347875"/>
              <a:gd name="connsiteY2" fmla="*/ 453958 h 5046560"/>
              <a:gd name="connsiteX3" fmla="*/ 6536025 w 7347875"/>
              <a:gd name="connsiteY3" fmla="*/ 1647586 h 5046560"/>
              <a:gd name="connsiteX4" fmla="*/ 6972817 w 7347875"/>
              <a:gd name="connsiteY4" fmla="*/ 2141444 h 5046560"/>
              <a:gd name="connsiteX5" fmla="*/ 7290343 w 7347875"/>
              <a:gd name="connsiteY5" fmla="*/ 3652263 h 5046560"/>
              <a:gd name="connsiteX6" fmla="*/ 6622719 w 7347875"/>
              <a:gd name="connsiteY6" fmla="*/ 4625329 h 5046560"/>
              <a:gd name="connsiteX7" fmla="*/ 5302936 w 7347875"/>
              <a:gd name="connsiteY7" fmla="*/ 4840094 h 5046560"/>
              <a:gd name="connsiteX8" fmla="*/ 4881878 w 7347875"/>
              <a:gd name="connsiteY8" fmla="*/ 4635681 h 5046560"/>
              <a:gd name="connsiteX9" fmla="*/ 3916100 w 7347875"/>
              <a:gd name="connsiteY9" fmla="*/ 4320645 h 5046560"/>
              <a:gd name="connsiteX10" fmla="*/ 3020353 w 7347875"/>
              <a:gd name="connsiteY10" fmla="*/ 4430992 h 5046560"/>
              <a:gd name="connsiteX11" fmla="*/ 2301464 w 7347875"/>
              <a:gd name="connsiteY11" fmla="*/ 4694916 h 5046560"/>
              <a:gd name="connsiteX12" fmla="*/ 0 w 7347875"/>
              <a:gd name="connsiteY12" fmla="*/ 4867082 h 5046560"/>
              <a:gd name="connsiteX0" fmla="*/ 2856538 w 7347875"/>
              <a:gd name="connsiteY0" fmla="*/ 0 h 5046304"/>
              <a:gd name="connsiteX1" fmla="*/ 4862839 w 7347875"/>
              <a:gd name="connsiteY1" fmla="*/ 453702 h 5046304"/>
              <a:gd name="connsiteX2" fmla="*/ 6536025 w 7347875"/>
              <a:gd name="connsiteY2" fmla="*/ 1647330 h 5046304"/>
              <a:gd name="connsiteX3" fmla="*/ 6972817 w 7347875"/>
              <a:gd name="connsiteY3" fmla="*/ 2141188 h 5046304"/>
              <a:gd name="connsiteX4" fmla="*/ 7290343 w 7347875"/>
              <a:gd name="connsiteY4" fmla="*/ 3652007 h 5046304"/>
              <a:gd name="connsiteX5" fmla="*/ 6622719 w 7347875"/>
              <a:gd name="connsiteY5" fmla="*/ 4625073 h 5046304"/>
              <a:gd name="connsiteX6" fmla="*/ 5302936 w 7347875"/>
              <a:gd name="connsiteY6" fmla="*/ 4839838 h 5046304"/>
              <a:gd name="connsiteX7" fmla="*/ 4881878 w 7347875"/>
              <a:gd name="connsiteY7" fmla="*/ 4635425 h 5046304"/>
              <a:gd name="connsiteX8" fmla="*/ 3916100 w 7347875"/>
              <a:gd name="connsiteY8" fmla="*/ 4320389 h 5046304"/>
              <a:gd name="connsiteX9" fmla="*/ 3020353 w 7347875"/>
              <a:gd name="connsiteY9" fmla="*/ 4430736 h 5046304"/>
              <a:gd name="connsiteX10" fmla="*/ 2301464 w 7347875"/>
              <a:gd name="connsiteY10" fmla="*/ 4694660 h 5046304"/>
              <a:gd name="connsiteX11" fmla="*/ 0 w 7347875"/>
              <a:gd name="connsiteY11" fmla="*/ 4866826 h 5046304"/>
              <a:gd name="connsiteX0" fmla="*/ 4862839 w 7347875"/>
              <a:gd name="connsiteY0" fmla="*/ 0 h 4592602"/>
              <a:gd name="connsiteX1" fmla="*/ 6536025 w 7347875"/>
              <a:gd name="connsiteY1" fmla="*/ 1193628 h 4592602"/>
              <a:gd name="connsiteX2" fmla="*/ 6972817 w 7347875"/>
              <a:gd name="connsiteY2" fmla="*/ 1687486 h 4592602"/>
              <a:gd name="connsiteX3" fmla="*/ 7290343 w 7347875"/>
              <a:gd name="connsiteY3" fmla="*/ 3198305 h 4592602"/>
              <a:gd name="connsiteX4" fmla="*/ 6622719 w 7347875"/>
              <a:gd name="connsiteY4" fmla="*/ 4171371 h 4592602"/>
              <a:gd name="connsiteX5" fmla="*/ 5302936 w 7347875"/>
              <a:gd name="connsiteY5" fmla="*/ 4386136 h 4592602"/>
              <a:gd name="connsiteX6" fmla="*/ 4881878 w 7347875"/>
              <a:gd name="connsiteY6" fmla="*/ 4181723 h 4592602"/>
              <a:gd name="connsiteX7" fmla="*/ 3916100 w 7347875"/>
              <a:gd name="connsiteY7" fmla="*/ 3866687 h 4592602"/>
              <a:gd name="connsiteX8" fmla="*/ 3020353 w 7347875"/>
              <a:gd name="connsiteY8" fmla="*/ 3977034 h 4592602"/>
              <a:gd name="connsiteX9" fmla="*/ 2301464 w 7347875"/>
              <a:gd name="connsiteY9" fmla="*/ 4240958 h 4592602"/>
              <a:gd name="connsiteX10" fmla="*/ 0 w 7347875"/>
              <a:gd name="connsiteY10" fmla="*/ 4413124 h 4592602"/>
              <a:gd name="connsiteX0" fmla="*/ 6536025 w 7347875"/>
              <a:gd name="connsiteY0" fmla="*/ 0 h 3398974"/>
              <a:gd name="connsiteX1" fmla="*/ 6972817 w 7347875"/>
              <a:gd name="connsiteY1" fmla="*/ 493858 h 3398974"/>
              <a:gd name="connsiteX2" fmla="*/ 7290343 w 7347875"/>
              <a:gd name="connsiteY2" fmla="*/ 2004677 h 3398974"/>
              <a:gd name="connsiteX3" fmla="*/ 6622719 w 7347875"/>
              <a:gd name="connsiteY3" fmla="*/ 2977743 h 3398974"/>
              <a:gd name="connsiteX4" fmla="*/ 5302936 w 7347875"/>
              <a:gd name="connsiteY4" fmla="*/ 3192508 h 3398974"/>
              <a:gd name="connsiteX5" fmla="*/ 4881878 w 7347875"/>
              <a:gd name="connsiteY5" fmla="*/ 2988095 h 3398974"/>
              <a:gd name="connsiteX6" fmla="*/ 3916100 w 7347875"/>
              <a:gd name="connsiteY6" fmla="*/ 2673059 h 3398974"/>
              <a:gd name="connsiteX7" fmla="*/ 3020353 w 7347875"/>
              <a:gd name="connsiteY7" fmla="*/ 2783406 h 3398974"/>
              <a:gd name="connsiteX8" fmla="*/ 2301464 w 7347875"/>
              <a:gd name="connsiteY8" fmla="*/ 3047330 h 3398974"/>
              <a:gd name="connsiteX9" fmla="*/ 0 w 7347875"/>
              <a:gd name="connsiteY9" fmla="*/ 3219496 h 3398974"/>
              <a:gd name="connsiteX0" fmla="*/ 6972817 w 7347875"/>
              <a:gd name="connsiteY0" fmla="*/ 0 h 2905116"/>
              <a:gd name="connsiteX1" fmla="*/ 7290343 w 7347875"/>
              <a:gd name="connsiteY1" fmla="*/ 1510819 h 2905116"/>
              <a:gd name="connsiteX2" fmla="*/ 6622719 w 7347875"/>
              <a:gd name="connsiteY2" fmla="*/ 2483885 h 2905116"/>
              <a:gd name="connsiteX3" fmla="*/ 5302936 w 7347875"/>
              <a:gd name="connsiteY3" fmla="*/ 2698650 h 2905116"/>
              <a:gd name="connsiteX4" fmla="*/ 4881878 w 7347875"/>
              <a:gd name="connsiteY4" fmla="*/ 2494237 h 2905116"/>
              <a:gd name="connsiteX5" fmla="*/ 3916100 w 7347875"/>
              <a:gd name="connsiteY5" fmla="*/ 2179201 h 2905116"/>
              <a:gd name="connsiteX6" fmla="*/ 3020353 w 7347875"/>
              <a:gd name="connsiteY6" fmla="*/ 2289548 h 2905116"/>
              <a:gd name="connsiteX7" fmla="*/ 2301464 w 7347875"/>
              <a:gd name="connsiteY7" fmla="*/ 2553472 h 2905116"/>
              <a:gd name="connsiteX8" fmla="*/ 0 w 7347875"/>
              <a:gd name="connsiteY8" fmla="*/ 2725638 h 2905116"/>
              <a:gd name="connsiteX0" fmla="*/ 7290343 w 7290343"/>
              <a:gd name="connsiteY0" fmla="*/ 0 h 1394297"/>
              <a:gd name="connsiteX1" fmla="*/ 6622719 w 7290343"/>
              <a:gd name="connsiteY1" fmla="*/ 973066 h 1394297"/>
              <a:gd name="connsiteX2" fmla="*/ 5302936 w 7290343"/>
              <a:gd name="connsiteY2" fmla="*/ 1187831 h 1394297"/>
              <a:gd name="connsiteX3" fmla="*/ 4881878 w 7290343"/>
              <a:gd name="connsiteY3" fmla="*/ 983418 h 1394297"/>
              <a:gd name="connsiteX4" fmla="*/ 3916100 w 7290343"/>
              <a:gd name="connsiteY4" fmla="*/ 668382 h 1394297"/>
              <a:gd name="connsiteX5" fmla="*/ 3020353 w 7290343"/>
              <a:gd name="connsiteY5" fmla="*/ 778729 h 1394297"/>
              <a:gd name="connsiteX6" fmla="*/ 2301464 w 7290343"/>
              <a:gd name="connsiteY6" fmla="*/ 1042653 h 1394297"/>
              <a:gd name="connsiteX7" fmla="*/ 0 w 7290343"/>
              <a:gd name="connsiteY7" fmla="*/ 1214819 h 1394297"/>
              <a:gd name="connsiteX0" fmla="*/ 6622719 w 6622719"/>
              <a:gd name="connsiteY0" fmla="*/ 311933 h 733164"/>
              <a:gd name="connsiteX1" fmla="*/ 5302936 w 6622719"/>
              <a:gd name="connsiteY1" fmla="*/ 526698 h 733164"/>
              <a:gd name="connsiteX2" fmla="*/ 4881878 w 6622719"/>
              <a:gd name="connsiteY2" fmla="*/ 322285 h 733164"/>
              <a:gd name="connsiteX3" fmla="*/ 3916100 w 6622719"/>
              <a:gd name="connsiteY3" fmla="*/ 7249 h 733164"/>
              <a:gd name="connsiteX4" fmla="*/ 3020353 w 6622719"/>
              <a:gd name="connsiteY4" fmla="*/ 117596 h 733164"/>
              <a:gd name="connsiteX5" fmla="*/ 2301464 w 6622719"/>
              <a:gd name="connsiteY5" fmla="*/ 381520 h 733164"/>
              <a:gd name="connsiteX6" fmla="*/ 0 w 6622719"/>
              <a:gd name="connsiteY6" fmla="*/ 553686 h 73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22719" h="733164">
                <a:moveTo>
                  <a:pt x="6622719" y="311933"/>
                </a:moveTo>
                <a:cubicBezTo>
                  <a:pt x="6204229" y="608954"/>
                  <a:pt x="5761606" y="671081"/>
                  <a:pt x="5302936" y="526698"/>
                </a:cubicBezTo>
                <a:cubicBezTo>
                  <a:pt x="5149610" y="478413"/>
                  <a:pt x="5017570" y="397994"/>
                  <a:pt x="4881878" y="322285"/>
                </a:cubicBezTo>
                <a:cubicBezTo>
                  <a:pt x="4588627" y="158551"/>
                  <a:pt x="4273911" y="38293"/>
                  <a:pt x="3916100" y="7249"/>
                </a:cubicBezTo>
                <a:cubicBezTo>
                  <a:pt x="3614873" y="-19002"/>
                  <a:pt x="3316824" y="27934"/>
                  <a:pt x="3020353" y="117596"/>
                </a:cubicBezTo>
                <a:cubicBezTo>
                  <a:pt x="2689282" y="217729"/>
                  <a:pt x="2500058" y="300462"/>
                  <a:pt x="2301464" y="381520"/>
                </a:cubicBezTo>
                <a:cubicBezTo>
                  <a:pt x="2080764" y="471631"/>
                  <a:pt x="771229" y="1006013"/>
                  <a:pt x="0" y="55368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41" name="Freeform: Shape 40">
            <a:extLst>
              <a:ext uri="{FF2B5EF4-FFF2-40B4-BE49-F238E27FC236}">
                <a16:creationId xmlns:a16="http://schemas.microsoft.com/office/drawing/2014/main" id="{C221B520-0D64-3EC9-FF97-743F0B028BFA}"/>
              </a:ext>
            </a:extLst>
          </p:cNvPr>
          <p:cNvSpPr>
            <a:spLocks noChangeAspect="1"/>
          </p:cNvSpPr>
          <p:nvPr userDrawn="1"/>
        </p:nvSpPr>
        <p:spPr>
          <a:xfrm rot="10500000" flipH="1">
            <a:off x="3174568" y="5351805"/>
            <a:ext cx="5263840" cy="686047"/>
          </a:xfrm>
          <a:custGeom>
            <a:avLst/>
            <a:gdLst>
              <a:gd name="connsiteX0" fmla="*/ 3848638 w 8339975"/>
              <a:gd name="connsiteY0" fmla="*/ 256 h 5016456"/>
              <a:gd name="connsiteX1" fmla="*/ 5854939 w 8339975"/>
              <a:gd name="connsiteY1" fmla="*/ 453958 h 5016456"/>
              <a:gd name="connsiteX2" fmla="*/ 7528125 w 8339975"/>
              <a:gd name="connsiteY2" fmla="*/ 1647586 h 5016456"/>
              <a:gd name="connsiteX3" fmla="*/ 7964917 w 8339975"/>
              <a:gd name="connsiteY3" fmla="*/ 2141444 h 5016456"/>
              <a:gd name="connsiteX4" fmla="*/ 8282443 w 8339975"/>
              <a:gd name="connsiteY4" fmla="*/ 3652263 h 5016456"/>
              <a:gd name="connsiteX5" fmla="*/ 7614819 w 8339975"/>
              <a:gd name="connsiteY5" fmla="*/ 4625329 h 5016456"/>
              <a:gd name="connsiteX6" fmla="*/ 6295036 w 8339975"/>
              <a:gd name="connsiteY6" fmla="*/ 4840094 h 5016456"/>
              <a:gd name="connsiteX7" fmla="*/ 5873978 w 8339975"/>
              <a:gd name="connsiteY7" fmla="*/ 4635681 h 5016456"/>
              <a:gd name="connsiteX8" fmla="*/ 4908200 w 8339975"/>
              <a:gd name="connsiteY8" fmla="*/ 4320645 h 5016456"/>
              <a:gd name="connsiteX9" fmla="*/ 4012453 w 8339975"/>
              <a:gd name="connsiteY9" fmla="*/ 4430992 h 5016456"/>
              <a:gd name="connsiteX10" fmla="*/ 3293564 w 8339975"/>
              <a:gd name="connsiteY10" fmla="*/ 4694916 h 5016456"/>
              <a:gd name="connsiteX11" fmla="*/ 900660 w 8339975"/>
              <a:gd name="connsiteY11" fmla="*/ 4775642 h 5016456"/>
              <a:gd name="connsiteX12" fmla="*/ 464143 w 8339975"/>
              <a:gd name="connsiteY12" fmla="*/ 4374943 h 5016456"/>
              <a:gd name="connsiteX13" fmla="*/ 100508 w 8339975"/>
              <a:gd name="connsiteY13" fmla="*/ 3580002 h 5016456"/>
              <a:gd name="connsiteX14" fmla="*/ 1210 w 8339975"/>
              <a:gd name="connsiteY14" fmla="*/ 2578945 h 5016456"/>
              <a:gd name="connsiteX15" fmla="*/ 500797 w 8339975"/>
              <a:gd name="connsiteY15" fmla="*/ 1384103 h 5016456"/>
              <a:gd name="connsiteX16" fmla="*/ 1318314 w 8339975"/>
              <a:gd name="connsiteY16" fmla="*/ 689794 h 5016456"/>
              <a:gd name="connsiteX17" fmla="*/ 1708401 w 8339975"/>
              <a:gd name="connsiteY17" fmla="*/ 472905 h 5016456"/>
              <a:gd name="connsiteX18" fmla="*/ 3848638 w 8339975"/>
              <a:gd name="connsiteY18" fmla="*/ 256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18" fmla="*/ 7708527 w 8339975"/>
              <a:gd name="connsiteY18" fmla="*/ 4719037 h 5016456"/>
              <a:gd name="connsiteX0" fmla="*/ 7614819 w 8339975"/>
              <a:gd name="connsiteY0" fmla="*/ 4625329 h 5016456"/>
              <a:gd name="connsiteX1" fmla="*/ 6295036 w 8339975"/>
              <a:gd name="connsiteY1" fmla="*/ 4840094 h 5016456"/>
              <a:gd name="connsiteX2" fmla="*/ 5873978 w 8339975"/>
              <a:gd name="connsiteY2" fmla="*/ 4635681 h 5016456"/>
              <a:gd name="connsiteX3" fmla="*/ 4908200 w 8339975"/>
              <a:gd name="connsiteY3" fmla="*/ 4320645 h 5016456"/>
              <a:gd name="connsiteX4" fmla="*/ 4012453 w 8339975"/>
              <a:gd name="connsiteY4" fmla="*/ 4430992 h 5016456"/>
              <a:gd name="connsiteX5" fmla="*/ 3293564 w 8339975"/>
              <a:gd name="connsiteY5" fmla="*/ 4694916 h 5016456"/>
              <a:gd name="connsiteX6" fmla="*/ 900660 w 8339975"/>
              <a:gd name="connsiteY6" fmla="*/ 4775642 h 5016456"/>
              <a:gd name="connsiteX7" fmla="*/ 464143 w 8339975"/>
              <a:gd name="connsiteY7" fmla="*/ 4374943 h 5016456"/>
              <a:gd name="connsiteX8" fmla="*/ 100508 w 8339975"/>
              <a:gd name="connsiteY8" fmla="*/ 3580002 h 5016456"/>
              <a:gd name="connsiteX9" fmla="*/ 1210 w 8339975"/>
              <a:gd name="connsiteY9" fmla="*/ 2578945 h 5016456"/>
              <a:gd name="connsiteX10" fmla="*/ 500797 w 8339975"/>
              <a:gd name="connsiteY10" fmla="*/ 1384103 h 5016456"/>
              <a:gd name="connsiteX11" fmla="*/ 1318314 w 8339975"/>
              <a:gd name="connsiteY11" fmla="*/ 689794 h 5016456"/>
              <a:gd name="connsiteX12" fmla="*/ 1708401 w 8339975"/>
              <a:gd name="connsiteY12" fmla="*/ 472905 h 5016456"/>
              <a:gd name="connsiteX13" fmla="*/ 3848638 w 8339975"/>
              <a:gd name="connsiteY13" fmla="*/ 256 h 5016456"/>
              <a:gd name="connsiteX14" fmla="*/ 5854939 w 8339975"/>
              <a:gd name="connsiteY14" fmla="*/ 453958 h 5016456"/>
              <a:gd name="connsiteX15" fmla="*/ 7528125 w 8339975"/>
              <a:gd name="connsiteY15" fmla="*/ 1647586 h 5016456"/>
              <a:gd name="connsiteX16" fmla="*/ 7964917 w 8339975"/>
              <a:gd name="connsiteY16" fmla="*/ 2141444 h 5016456"/>
              <a:gd name="connsiteX17" fmla="*/ 8282443 w 8339975"/>
              <a:gd name="connsiteY17" fmla="*/ 3652263 h 5016456"/>
              <a:gd name="connsiteX0" fmla="*/ 7614819 w 7964917"/>
              <a:gd name="connsiteY0" fmla="*/ 4625329 h 5016456"/>
              <a:gd name="connsiteX1" fmla="*/ 6295036 w 7964917"/>
              <a:gd name="connsiteY1" fmla="*/ 4840094 h 5016456"/>
              <a:gd name="connsiteX2" fmla="*/ 5873978 w 7964917"/>
              <a:gd name="connsiteY2" fmla="*/ 4635681 h 5016456"/>
              <a:gd name="connsiteX3" fmla="*/ 4908200 w 7964917"/>
              <a:gd name="connsiteY3" fmla="*/ 4320645 h 5016456"/>
              <a:gd name="connsiteX4" fmla="*/ 4012453 w 7964917"/>
              <a:gd name="connsiteY4" fmla="*/ 4430992 h 5016456"/>
              <a:gd name="connsiteX5" fmla="*/ 3293564 w 7964917"/>
              <a:gd name="connsiteY5" fmla="*/ 4694916 h 5016456"/>
              <a:gd name="connsiteX6" fmla="*/ 900660 w 7964917"/>
              <a:gd name="connsiteY6" fmla="*/ 4775642 h 5016456"/>
              <a:gd name="connsiteX7" fmla="*/ 464143 w 7964917"/>
              <a:gd name="connsiteY7" fmla="*/ 4374943 h 5016456"/>
              <a:gd name="connsiteX8" fmla="*/ 100508 w 7964917"/>
              <a:gd name="connsiteY8" fmla="*/ 3580002 h 5016456"/>
              <a:gd name="connsiteX9" fmla="*/ 1210 w 7964917"/>
              <a:gd name="connsiteY9" fmla="*/ 2578945 h 5016456"/>
              <a:gd name="connsiteX10" fmla="*/ 500797 w 7964917"/>
              <a:gd name="connsiteY10" fmla="*/ 1384103 h 5016456"/>
              <a:gd name="connsiteX11" fmla="*/ 1318314 w 7964917"/>
              <a:gd name="connsiteY11" fmla="*/ 689794 h 5016456"/>
              <a:gd name="connsiteX12" fmla="*/ 1708401 w 7964917"/>
              <a:gd name="connsiteY12" fmla="*/ 472905 h 5016456"/>
              <a:gd name="connsiteX13" fmla="*/ 3848638 w 7964917"/>
              <a:gd name="connsiteY13" fmla="*/ 256 h 5016456"/>
              <a:gd name="connsiteX14" fmla="*/ 5854939 w 7964917"/>
              <a:gd name="connsiteY14" fmla="*/ 453958 h 5016456"/>
              <a:gd name="connsiteX15" fmla="*/ 7528125 w 7964917"/>
              <a:gd name="connsiteY15" fmla="*/ 1647586 h 5016456"/>
              <a:gd name="connsiteX16" fmla="*/ 7964917 w 7964917"/>
              <a:gd name="connsiteY16" fmla="*/ 2141444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15" fmla="*/ 7528125 w 7614819"/>
              <a:gd name="connsiteY15" fmla="*/ 1647586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14" fmla="*/ 5854939 w 7614819"/>
              <a:gd name="connsiteY14" fmla="*/ 453958 h 5016456"/>
              <a:gd name="connsiteX0" fmla="*/ 7614819 w 7614819"/>
              <a:gd name="connsiteY0" fmla="*/ 4625329 h 5016456"/>
              <a:gd name="connsiteX1" fmla="*/ 6295036 w 7614819"/>
              <a:gd name="connsiteY1" fmla="*/ 4840094 h 5016456"/>
              <a:gd name="connsiteX2" fmla="*/ 5873978 w 7614819"/>
              <a:gd name="connsiteY2" fmla="*/ 4635681 h 5016456"/>
              <a:gd name="connsiteX3" fmla="*/ 4908200 w 7614819"/>
              <a:gd name="connsiteY3" fmla="*/ 4320645 h 5016456"/>
              <a:gd name="connsiteX4" fmla="*/ 4012453 w 7614819"/>
              <a:gd name="connsiteY4" fmla="*/ 4430992 h 5016456"/>
              <a:gd name="connsiteX5" fmla="*/ 3293564 w 7614819"/>
              <a:gd name="connsiteY5" fmla="*/ 4694916 h 5016456"/>
              <a:gd name="connsiteX6" fmla="*/ 900660 w 7614819"/>
              <a:gd name="connsiteY6" fmla="*/ 4775642 h 5016456"/>
              <a:gd name="connsiteX7" fmla="*/ 464143 w 7614819"/>
              <a:gd name="connsiteY7" fmla="*/ 4374943 h 5016456"/>
              <a:gd name="connsiteX8" fmla="*/ 100508 w 7614819"/>
              <a:gd name="connsiteY8" fmla="*/ 3580002 h 5016456"/>
              <a:gd name="connsiteX9" fmla="*/ 1210 w 7614819"/>
              <a:gd name="connsiteY9" fmla="*/ 2578945 h 5016456"/>
              <a:gd name="connsiteX10" fmla="*/ 500797 w 7614819"/>
              <a:gd name="connsiteY10" fmla="*/ 1384103 h 5016456"/>
              <a:gd name="connsiteX11" fmla="*/ 1318314 w 7614819"/>
              <a:gd name="connsiteY11" fmla="*/ 689794 h 5016456"/>
              <a:gd name="connsiteX12" fmla="*/ 1708401 w 7614819"/>
              <a:gd name="connsiteY12" fmla="*/ 472905 h 5016456"/>
              <a:gd name="connsiteX13" fmla="*/ 3848638 w 7614819"/>
              <a:gd name="connsiteY13" fmla="*/ 256 h 5016456"/>
              <a:gd name="connsiteX0" fmla="*/ 7614819 w 7614819"/>
              <a:gd name="connsiteY0" fmla="*/ 4152424 h 4543551"/>
              <a:gd name="connsiteX1" fmla="*/ 6295036 w 7614819"/>
              <a:gd name="connsiteY1" fmla="*/ 4367189 h 4543551"/>
              <a:gd name="connsiteX2" fmla="*/ 5873978 w 7614819"/>
              <a:gd name="connsiteY2" fmla="*/ 4162776 h 4543551"/>
              <a:gd name="connsiteX3" fmla="*/ 4908200 w 7614819"/>
              <a:gd name="connsiteY3" fmla="*/ 3847740 h 4543551"/>
              <a:gd name="connsiteX4" fmla="*/ 4012453 w 7614819"/>
              <a:gd name="connsiteY4" fmla="*/ 3958087 h 4543551"/>
              <a:gd name="connsiteX5" fmla="*/ 3293564 w 7614819"/>
              <a:gd name="connsiteY5" fmla="*/ 4222011 h 4543551"/>
              <a:gd name="connsiteX6" fmla="*/ 900660 w 7614819"/>
              <a:gd name="connsiteY6" fmla="*/ 4302737 h 4543551"/>
              <a:gd name="connsiteX7" fmla="*/ 464143 w 7614819"/>
              <a:gd name="connsiteY7" fmla="*/ 3902038 h 4543551"/>
              <a:gd name="connsiteX8" fmla="*/ 100508 w 7614819"/>
              <a:gd name="connsiteY8" fmla="*/ 3107097 h 4543551"/>
              <a:gd name="connsiteX9" fmla="*/ 1210 w 7614819"/>
              <a:gd name="connsiteY9" fmla="*/ 2106040 h 4543551"/>
              <a:gd name="connsiteX10" fmla="*/ 500797 w 7614819"/>
              <a:gd name="connsiteY10" fmla="*/ 911198 h 4543551"/>
              <a:gd name="connsiteX11" fmla="*/ 1318314 w 7614819"/>
              <a:gd name="connsiteY11" fmla="*/ 216889 h 4543551"/>
              <a:gd name="connsiteX12" fmla="*/ 1708401 w 7614819"/>
              <a:gd name="connsiteY12" fmla="*/ 0 h 4543551"/>
              <a:gd name="connsiteX0" fmla="*/ 7614819 w 7614819"/>
              <a:gd name="connsiteY0" fmla="*/ 3935535 h 4326662"/>
              <a:gd name="connsiteX1" fmla="*/ 6295036 w 7614819"/>
              <a:gd name="connsiteY1" fmla="*/ 4150300 h 4326662"/>
              <a:gd name="connsiteX2" fmla="*/ 5873978 w 7614819"/>
              <a:gd name="connsiteY2" fmla="*/ 3945887 h 4326662"/>
              <a:gd name="connsiteX3" fmla="*/ 4908200 w 7614819"/>
              <a:gd name="connsiteY3" fmla="*/ 3630851 h 4326662"/>
              <a:gd name="connsiteX4" fmla="*/ 4012453 w 7614819"/>
              <a:gd name="connsiteY4" fmla="*/ 3741198 h 4326662"/>
              <a:gd name="connsiteX5" fmla="*/ 3293564 w 7614819"/>
              <a:gd name="connsiteY5" fmla="*/ 4005122 h 4326662"/>
              <a:gd name="connsiteX6" fmla="*/ 900660 w 7614819"/>
              <a:gd name="connsiteY6" fmla="*/ 4085848 h 4326662"/>
              <a:gd name="connsiteX7" fmla="*/ 464143 w 7614819"/>
              <a:gd name="connsiteY7" fmla="*/ 3685149 h 4326662"/>
              <a:gd name="connsiteX8" fmla="*/ 100508 w 7614819"/>
              <a:gd name="connsiteY8" fmla="*/ 2890208 h 4326662"/>
              <a:gd name="connsiteX9" fmla="*/ 1210 w 7614819"/>
              <a:gd name="connsiteY9" fmla="*/ 1889151 h 4326662"/>
              <a:gd name="connsiteX10" fmla="*/ 500797 w 7614819"/>
              <a:gd name="connsiteY10" fmla="*/ 694309 h 4326662"/>
              <a:gd name="connsiteX11" fmla="*/ 1318314 w 7614819"/>
              <a:gd name="connsiteY11" fmla="*/ 0 h 4326662"/>
              <a:gd name="connsiteX0" fmla="*/ 7614819 w 7614819"/>
              <a:gd name="connsiteY0" fmla="*/ 3241226 h 3632353"/>
              <a:gd name="connsiteX1" fmla="*/ 6295036 w 7614819"/>
              <a:gd name="connsiteY1" fmla="*/ 3455991 h 3632353"/>
              <a:gd name="connsiteX2" fmla="*/ 5873978 w 7614819"/>
              <a:gd name="connsiteY2" fmla="*/ 3251578 h 3632353"/>
              <a:gd name="connsiteX3" fmla="*/ 4908200 w 7614819"/>
              <a:gd name="connsiteY3" fmla="*/ 2936542 h 3632353"/>
              <a:gd name="connsiteX4" fmla="*/ 4012453 w 7614819"/>
              <a:gd name="connsiteY4" fmla="*/ 3046889 h 3632353"/>
              <a:gd name="connsiteX5" fmla="*/ 3293564 w 7614819"/>
              <a:gd name="connsiteY5" fmla="*/ 3310813 h 3632353"/>
              <a:gd name="connsiteX6" fmla="*/ 900660 w 7614819"/>
              <a:gd name="connsiteY6" fmla="*/ 3391539 h 3632353"/>
              <a:gd name="connsiteX7" fmla="*/ 464143 w 7614819"/>
              <a:gd name="connsiteY7" fmla="*/ 2990840 h 3632353"/>
              <a:gd name="connsiteX8" fmla="*/ 100508 w 7614819"/>
              <a:gd name="connsiteY8" fmla="*/ 2195899 h 3632353"/>
              <a:gd name="connsiteX9" fmla="*/ 1210 w 7614819"/>
              <a:gd name="connsiteY9" fmla="*/ 1194842 h 3632353"/>
              <a:gd name="connsiteX10" fmla="*/ 500797 w 7614819"/>
              <a:gd name="connsiteY10" fmla="*/ 0 h 3632353"/>
              <a:gd name="connsiteX0" fmla="*/ 7614819 w 7614819"/>
              <a:gd name="connsiteY0" fmla="*/ 2046384 h 2437511"/>
              <a:gd name="connsiteX1" fmla="*/ 6295036 w 7614819"/>
              <a:gd name="connsiteY1" fmla="*/ 2261149 h 2437511"/>
              <a:gd name="connsiteX2" fmla="*/ 5873978 w 7614819"/>
              <a:gd name="connsiteY2" fmla="*/ 2056736 h 2437511"/>
              <a:gd name="connsiteX3" fmla="*/ 4908200 w 7614819"/>
              <a:gd name="connsiteY3" fmla="*/ 1741700 h 2437511"/>
              <a:gd name="connsiteX4" fmla="*/ 4012453 w 7614819"/>
              <a:gd name="connsiteY4" fmla="*/ 1852047 h 2437511"/>
              <a:gd name="connsiteX5" fmla="*/ 3293564 w 7614819"/>
              <a:gd name="connsiteY5" fmla="*/ 2115971 h 2437511"/>
              <a:gd name="connsiteX6" fmla="*/ 900660 w 7614819"/>
              <a:gd name="connsiteY6" fmla="*/ 2196697 h 2437511"/>
              <a:gd name="connsiteX7" fmla="*/ 464143 w 7614819"/>
              <a:gd name="connsiteY7" fmla="*/ 1795998 h 2437511"/>
              <a:gd name="connsiteX8" fmla="*/ 100508 w 7614819"/>
              <a:gd name="connsiteY8" fmla="*/ 1001057 h 2437511"/>
              <a:gd name="connsiteX9" fmla="*/ 1210 w 7614819"/>
              <a:gd name="connsiteY9" fmla="*/ 0 h 2437511"/>
              <a:gd name="connsiteX0" fmla="*/ 7514311 w 7514311"/>
              <a:gd name="connsiteY0" fmla="*/ 1045327 h 1436454"/>
              <a:gd name="connsiteX1" fmla="*/ 6194528 w 7514311"/>
              <a:gd name="connsiteY1" fmla="*/ 1260092 h 1436454"/>
              <a:gd name="connsiteX2" fmla="*/ 5773470 w 7514311"/>
              <a:gd name="connsiteY2" fmla="*/ 1055679 h 1436454"/>
              <a:gd name="connsiteX3" fmla="*/ 4807692 w 7514311"/>
              <a:gd name="connsiteY3" fmla="*/ 740643 h 1436454"/>
              <a:gd name="connsiteX4" fmla="*/ 3911945 w 7514311"/>
              <a:gd name="connsiteY4" fmla="*/ 850990 h 1436454"/>
              <a:gd name="connsiteX5" fmla="*/ 3193056 w 7514311"/>
              <a:gd name="connsiteY5" fmla="*/ 1114914 h 1436454"/>
              <a:gd name="connsiteX6" fmla="*/ 800152 w 7514311"/>
              <a:gd name="connsiteY6" fmla="*/ 1195640 h 1436454"/>
              <a:gd name="connsiteX7" fmla="*/ 363635 w 7514311"/>
              <a:gd name="connsiteY7" fmla="*/ 794941 h 1436454"/>
              <a:gd name="connsiteX8" fmla="*/ 0 w 7514311"/>
              <a:gd name="connsiteY8" fmla="*/ 0 h 1436454"/>
              <a:gd name="connsiteX0" fmla="*/ 7150676 w 7150676"/>
              <a:gd name="connsiteY0" fmla="*/ 311933 h 703060"/>
              <a:gd name="connsiteX1" fmla="*/ 5830893 w 7150676"/>
              <a:gd name="connsiteY1" fmla="*/ 526698 h 703060"/>
              <a:gd name="connsiteX2" fmla="*/ 5409835 w 7150676"/>
              <a:gd name="connsiteY2" fmla="*/ 322285 h 703060"/>
              <a:gd name="connsiteX3" fmla="*/ 4444057 w 7150676"/>
              <a:gd name="connsiteY3" fmla="*/ 7249 h 703060"/>
              <a:gd name="connsiteX4" fmla="*/ 3548310 w 7150676"/>
              <a:gd name="connsiteY4" fmla="*/ 117596 h 703060"/>
              <a:gd name="connsiteX5" fmla="*/ 2829421 w 7150676"/>
              <a:gd name="connsiteY5" fmla="*/ 381520 h 703060"/>
              <a:gd name="connsiteX6" fmla="*/ 436517 w 7150676"/>
              <a:gd name="connsiteY6" fmla="*/ 462246 h 703060"/>
              <a:gd name="connsiteX7" fmla="*/ 0 w 7150676"/>
              <a:gd name="connsiteY7" fmla="*/ 61547 h 703060"/>
              <a:gd name="connsiteX0" fmla="*/ 6714159 w 6714159"/>
              <a:gd name="connsiteY0" fmla="*/ 311933 h 703060"/>
              <a:gd name="connsiteX1" fmla="*/ 5394376 w 6714159"/>
              <a:gd name="connsiteY1" fmla="*/ 526698 h 703060"/>
              <a:gd name="connsiteX2" fmla="*/ 4973318 w 6714159"/>
              <a:gd name="connsiteY2" fmla="*/ 322285 h 703060"/>
              <a:gd name="connsiteX3" fmla="*/ 4007540 w 6714159"/>
              <a:gd name="connsiteY3" fmla="*/ 7249 h 703060"/>
              <a:gd name="connsiteX4" fmla="*/ 3111793 w 6714159"/>
              <a:gd name="connsiteY4" fmla="*/ 117596 h 703060"/>
              <a:gd name="connsiteX5" fmla="*/ 2392904 w 6714159"/>
              <a:gd name="connsiteY5" fmla="*/ 381520 h 703060"/>
              <a:gd name="connsiteX6" fmla="*/ 0 w 6714159"/>
              <a:gd name="connsiteY6" fmla="*/ 462246 h 703060"/>
              <a:gd name="connsiteX0" fmla="*/ 5394376 w 5394376"/>
              <a:gd name="connsiteY0" fmla="*/ 526698 h 703060"/>
              <a:gd name="connsiteX1" fmla="*/ 4973318 w 5394376"/>
              <a:gd name="connsiteY1" fmla="*/ 322285 h 703060"/>
              <a:gd name="connsiteX2" fmla="*/ 4007540 w 5394376"/>
              <a:gd name="connsiteY2" fmla="*/ 7249 h 703060"/>
              <a:gd name="connsiteX3" fmla="*/ 3111793 w 5394376"/>
              <a:gd name="connsiteY3" fmla="*/ 117596 h 703060"/>
              <a:gd name="connsiteX4" fmla="*/ 2392904 w 5394376"/>
              <a:gd name="connsiteY4" fmla="*/ 381520 h 703060"/>
              <a:gd name="connsiteX5" fmla="*/ 0 w 5394376"/>
              <a:gd name="connsiteY5" fmla="*/ 462246 h 703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94376" h="703060">
                <a:moveTo>
                  <a:pt x="5394376" y="526698"/>
                </a:moveTo>
                <a:cubicBezTo>
                  <a:pt x="5241050" y="478413"/>
                  <a:pt x="5109010" y="397994"/>
                  <a:pt x="4973318" y="322285"/>
                </a:cubicBezTo>
                <a:cubicBezTo>
                  <a:pt x="4680067" y="158551"/>
                  <a:pt x="4365351" y="38293"/>
                  <a:pt x="4007540" y="7249"/>
                </a:cubicBezTo>
                <a:cubicBezTo>
                  <a:pt x="3706313" y="-19002"/>
                  <a:pt x="3408264" y="27934"/>
                  <a:pt x="3111793" y="117596"/>
                </a:cubicBezTo>
                <a:cubicBezTo>
                  <a:pt x="2780722" y="217729"/>
                  <a:pt x="2591498" y="300462"/>
                  <a:pt x="2392904" y="381520"/>
                </a:cubicBezTo>
                <a:cubicBezTo>
                  <a:pt x="2172204" y="471631"/>
                  <a:pt x="862669" y="1006013"/>
                  <a:pt x="0" y="462246"/>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31" name="Text Placeholder 30">
            <a:extLst>
              <a:ext uri="{FF2B5EF4-FFF2-40B4-BE49-F238E27FC236}">
                <a16:creationId xmlns:a16="http://schemas.microsoft.com/office/drawing/2014/main" id="{F1D825FB-1257-A0AE-52A1-4542047D6730}"/>
              </a:ext>
            </a:extLst>
          </p:cNvPr>
          <p:cNvSpPr>
            <a:spLocks noGrp="1"/>
          </p:cNvSpPr>
          <p:nvPr>
            <p:ph type="body" sz="quarter" idx="15"/>
          </p:nvPr>
        </p:nvSpPr>
        <p:spPr>
          <a:xfrm>
            <a:off x="8135812" y="493728"/>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Sagona" panose="02010004040101010103" pitchFamily="2" charset="0"/>
              </a:defRPr>
            </a:lvl1pPr>
            <a:lvl2pPr marL="0" indent="0" algn="ctr">
              <a:lnSpc>
                <a:spcPct val="100000"/>
              </a:lnSpc>
              <a:spcBef>
                <a:spcPts val="0"/>
              </a:spcBef>
              <a:buNone/>
              <a:defRPr sz="1800"/>
            </a:lvl2pPr>
          </a:lstStyle>
          <a:p>
            <a:pPr lvl="0"/>
            <a:r>
              <a:rPr lang="en-US" dirty="0"/>
              <a:t>Click to edit Master text styles</a:t>
            </a:r>
          </a:p>
          <a:p>
            <a:pPr lvl="1"/>
            <a:r>
              <a:rPr lang="en-US" dirty="0"/>
              <a:t>Second level</a:t>
            </a:r>
          </a:p>
        </p:txBody>
      </p:sp>
      <p:sp>
        <p:nvSpPr>
          <p:cNvPr id="29" name="Text Placeholder 28">
            <a:extLst>
              <a:ext uri="{FF2B5EF4-FFF2-40B4-BE49-F238E27FC236}">
                <a16:creationId xmlns:a16="http://schemas.microsoft.com/office/drawing/2014/main" id="{D4FA3C64-C054-2952-4BDF-E6ECA3289E46}"/>
              </a:ext>
            </a:extLst>
          </p:cNvPr>
          <p:cNvSpPr>
            <a:spLocks noGrp="1"/>
          </p:cNvSpPr>
          <p:nvPr>
            <p:ph type="body" sz="quarter" idx="13"/>
          </p:nvPr>
        </p:nvSpPr>
        <p:spPr>
          <a:xfrm>
            <a:off x="740470" y="1647132"/>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Sagona" panose="02010004040101010103" pitchFamily="2" charset="0"/>
              </a:defRPr>
            </a:lvl1pPr>
            <a:lvl2pPr marL="0" indent="0" algn="ctr">
              <a:lnSpc>
                <a:spcPct val="100000"/>
              </a:lnSpc>
              <a:spcBef>
                <a:spcPts val="0"/>
              </a:spcBef>
              <a:buNone/>
              <a:defRPr sz="1800"/>
            </a:lvl2pPr>
          </a:lstStyle>
          <a:p>
            <a:pPr lvl="0"/>
            <a:r>
              <a:rPr lang="en-US" dirty="0"/>
              <a:t>Click to edit Master text styles</a:t>
            </a:r>
          </a:p>
          <a:p>
            <a:pPr lvl="1"/>
            <a:r>
              <a:rPr lang="en-US" dirty="0"/>
              <a:t>Second level</a:t>
            </a:r>
          </a:p>
        </p:txBody>
      </p:sp>
      <p:sp>
        <p:nvSpPr>
          <p:cNvPr id="30" name="Text Placeholder 29">
            <a:extLst>
              <a:ext uri="{FF2B5EF4-FFF2-40B4-BE49-F238E27FC236}">
                <a16:creationId xmlns:a16="http://schemas.microsoft.com/office/drawing/2014/main" id="{42FA87C5-37AE-BC94-DAF3-491F43AB1F03}"/>
              </a:ext>
            </a:extLst>
          </p:cNvPr>
          <p:cNvSpPr>
            <a:spLocks noGrp="1"/>
          </p:cNvSpPr>
          <p:nvPr>
            <p:ph type="body" sz="quarter" idx="14"/>
          </p:nvPr>
        </p:nvSpPr>
        <p:spPr>
          <a:xfrm>
            <a:off x="4592321" y="2722253"/>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Sagona" panose="02010004040101010103" pitchFamily="2" charset="0"/>
              </a:defRPr>
            </a:lvl1pPr>
            <a:lvl2pPr marL="0" indent="0" algn="ctr">
              <a:lnSpc>
                <a:spcPct val="100000"/>
              </a:lnSpc>
              <a:spcBef>
                <a:spcPts val="0"/>
              </a:spcBef>
              <a:buNone/>
              <a:defRPr sz="1800"/>
            </a:lvl2pPr>
          </a:lstStyle>
          <a:p>
            <a:pPr lvl="0"/>
            <a:r>
              <a:rPr lang="en-US" dirty="0"/>
              <a:t>Click to edit Master text styles</a:t>
            </a:r>
          </a:p>
          <a:p>
            <a:pPr lvl="1"/>
            <a:r>
              <a:rPr lang="en-US" dirty="0"/>
              <a:t>Second level</a:t>
            </a:r>
          </a:p>
        </p:txBody>
      </p:sp>
      <p:sp>
        <p:nvSpPr>
          <p:cNvPr id="32" name="Text Placeholder 31">
            <a:extLst>
              <a:ext uri="{FF2B5EF4-FFF2-40B4-BE49-F238E27FC236}">
                <a16:creationId xmlns:a16="http://schemas.microsoft.com/office/drawing/2014/main" id="{FCBE7C00-A095-64CA-20DE-604F2CC1BAE6}"/>
              </a:ext>
            </a:extLst>
          </p:cNvPr>
          <p:cNvSpPr>
            <a:spLocks noGrp="1"/>
          </p:cNvSpPr>
          <p:nvPr>
            <p:ph type="body" sz="quarter" idx="16"/>
          </p:nvPr>
        </p:nvSpPr>
        <p:spPr>
          <a:xfrm>
            <a:off x="8224696" y="4198707"/>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Sagona" panose="02010004040101010103" pitchFamily="2" charset="0"/>
              </a:defRPr>
            </a:lvl1pPr>
            <a:lvl2pPr marL="0" indent="0" algn="ctr">
              <a:lnSpc>
                <a:spcPct val="100000"/>
              </a:lnSpc>
              <a:spcBef>
                <a:spcPts val="0"/>
              </a:spcBef>
              <a:buNone/>
              <a:defRPr sz="1800"/>
            </a:lvl2pPr>
          </a:lstStyle>
          <a:p>
            <a:pPr lvl="0"/>
            <a:r>
              <a:rPr lang="en-US" dirty="0"/>
              <a:t>Click to edit Master text styles</a:t>
            </a:r>
          </a:p>
          <a:p>
            <a:pPr lvl="1"/>
            <a:r>
              <a:rPr lang="en-US" dirty="0"/>
              <a:t>Second level</a:t>
            </a:r>
          </a:p>
        </p:txBody>
      </p:sp>
      <p:sp>
        <p:nvSpPr>
          <p:cNvPr id="33" name="Text Placeholder 32">
            <a:extLst>
              <a:ext uri="{FF2B5EF4-FFF2-40B4-BE49-F238E27FC236}">
                <a16:creationId xmlns:a16="http://schemas.microsoft.com/office/drawing/2014/main" id="{DEA3A222-978C-86F9-2C65-2F702D50C43B}"/>
              </a:ext>
            </a:extLst>
          </p:cNvPr>
          <p:cNvSpPr>
            <a:spLocks noGrp="1"/>
          </p:cNvSpPr>
          <p:nvPr>
            <p:ph type="body" sz="quarter" idx="17"/>
          </p:nvPr>
        </p:nvSpPr>
        <p:spPr>
          <a:xfrm>
            <a:off x="630126" y="4301905"/>
            <a:ext cx="3551111" cy="2231330"/>
          </a:xfrm>
          <a:custGeom>
            <a:avLst/>
            <a:gdLst>
              <a:gd name="connsiteX0" fmla="*/ 2305207 w 3551111"/>
              <a:gd name="connsiteY0" fmla="*/ 1085 h 2231330"/>
              <a:gd name="connsiteX1" fmla="*/ 2891471 w 3551111"/>
              <a:gd name="connsiteY1" fmla="*/ 147787 h 2231330"/>
              <a:gd name="connsiteX2" fmla="*/ 3375904 w 3551111"/>
              <a:gd name="connsiteY2" fmla="*/ 572105 h 2231330"/>
              <a:gd name="connsiteX3" fmla="*/ 3545696 w 3551111"/>
              <a:gd name="connsiteY3" fmla="*/ 1135341 h 2231330"/>
              <a:gd name="connsiteX4" fmla="*/ 2222587 w 3551111"/>
              <a:gd name="connsiteY4" fmla="*/ 2184596 h 2231330"/>
              <a:gd name="connsiteX5" fmla="*/ 35707 w 3551111"/>
              <a:gd name="connsiteY5" fmla="*/ 1071359 h 2231330"/>
              <a:gd name="connsiteX6" fmla="*/ 60617 w 3551111"/>
              <a:gd name="connsiteY6" fmla="*/ 618095 h 2231330"/>
              <a:gd name="connsiteX7" fmla="*/ 990633 w 3551111"/>
              <a:gd name="connsiteY7" fmla="*/ 198239 h 2231330"/>
              <a:gd name="connsiteX8" fmla="*/ 2305207 w 3551111"/>
              <a:gd name="connsiteY8" fmla="*/ 1085 h 223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1111" h="2231330">
                <a:moveTo>
                  <a:pt x="2305207" y="1085"/>
                </a:moveTo>
                <a:cubicBezTo>
                  <a:pt x="2516433" y="8303"/>
                  <a:pt x="2706152" y="52068"/>
                  <a:pt x="2891471" y="147787"/>
                </a:cubicBezTo>
                <a:cubicBezTo>
                  <a:pt x="3144199" y="278334"/>
                  <a:pt x="3294784" y="456995"/>
                  <a:pt x="3375904" y="572105"/>
                </a:cubicBezTo>
                <a:cubicBezTo>
                  <a:pt x="3460793" y="684745"/>
                  <a:pt x="3577724" y="884737"/>
                  <a:pt x="3545696" y="1135341"/>
                </a:cubicBezTo>
                <a:cubicBezTo>
                  <a:pt x="3484530" y="1613971"/>
                  <a:pt x="2799135" y="2053794"/>
                  <a:pt x="2222587" y="2184596"/>
                </a:cubicBezTo>
                <a:cubicBezTo>
                  <a:pt x="1180379" y="2421094"/>
                  <a:pt x="220653" y="1715336"/>
                  <a:pt x="35707" y="1071359"/>
                </a:cubicBezTo>
                <a:cubicBezTo>
                  <a:pt x="9065" y="978593"/>
                  <a:pt x="-40065" y="795693"/>
                  <a:pt x="60617" y="618095"/>
                </a:cubicBezTo>
                <a:cubicBezTo>
                  <a:pt x="137998" y="481510"/>
                  <a:pt x="304548" y="347342"/>
                  <a:pt x="990633" y="198239"/>
                </a:cubicBezTo>
                <a:cubicBezTo>
                  <a:pt x="1541374" y="78548"/>
                  <a:pt x="1953162" y="-10944"/>
                  <a:pt x="2305207" y="1085"/>
                </a:cubicBezTo>
                <a:close/>
              </a:path>
            </a:pathLst>
          </a:custGeom>
          <a:solidFill>
            <a:schemeClr val="accent5">
              <a:lumMod val="40000"/>
              <a:lumOff val="60000"/>
            </a:schemeClr>
          </a:solidFill>
        </p:spPr>
        <p:txBody>
          <a:bodyPr wrap="square" anchor="ctr">
            <a:noAutofit/>
          </a:bodyPr>
          <a:lstStyle>
            <a:lvl1pPr marL="0" indent="0" algn="ctr">
              <a:lnSpc>
                <a:spcPct val="100000"/>
              </a:lnSpc>
              <a:spcBef>
                <a:spcPts val="0"/>
              </a:spcBef>
              <a:buNone/>
              <a:defRPr sz="2000" cap="all" baseline="0">
                <a:latin typeface="Sagona" panose="02010004040101010103" pitchFamily="2" charset="0"/>
              </a:defRPr>
            </a:lvl1pPr>
            <a:lvl2pPr marL="0" indent="0" algn="ctr">
              <a:lnSpc>
                <a:spcPct val="100000"/>
              </a:lnSpc>
              <a:spcBef>
                <a:spcPts val="0"/>
              </a:spcBef>
              <a:buNone/>
              <a:defRPr sz="1800"/>
            </a:lvl2pPr>
          </a:lstStyle>
          <a:p>
            <a:pPr lvl="0"/>
            <a:r>
              <a:rPr lang="en-US" dirty="0"/>
              <a:t>Click to edit Master text styles</a:t>
            </a:r>
          </a:p>
          <a:p>
            <a:pPr lvl="1"/>
            <a:r>
              <a:rPr lang="en-US" dirty="0"/>
              <a:t>Second level</a:t>
            </a:r>
          </a:p>
        </p:txBody>
      </p:sp>
      <p:sp>
        <p:nvSpPr>
          <p:cNvPr id="52" name="Title 1">
            <a:extLst>
              <a:ext uri="{FF2B5EF4-FFF2-40B4-BE49-F238E27FC236}">
                <a16:creationId xmlns:a16="http://schemas.microsoft.com/office/drawing/2014/main" id="{66B7EB82-B226-DC7B-4629-981CFB7D6089}"/>
              </a:ext>
            </a:extLst>
          </p:cNvPr>
          <p:cNvSpPr>
            <a:spLocks noGrp="1"/>
          </p:cNvSpPr>
          <p:nvPr>
            <p:ph type="title" hasCustomPrompt="1"/>
          </p:nvPr>
        </p:nvSpPr>
        <p:spPr>
          <a:xfrm>
            <a:off x="576072" y="704088"/>
            <a:ext cx="10515600" cy="676656"/>
          </a:xfrm>
        </p:spPr>
        <p:txBody>
          <a:bodyPr/>
          <a:lstStyle>
            <a:lvl1pPr>
              <a:defRPr sz="4800"/>
            </a:lvl1pPr>
          </a:lstStyle>
          <a:p>
            <a:r>
              <a:rPr lang="en-US" dirty="0"/>
              <a:t>click to edit master title style	</a:t>
            </a:r>
          </a:p>
        </p:txBody>
      </p:sp>
    </p:spTree>
    <p:extLst>
      <p:ext uri="{BB962C8B-B14F-4D97-AF65-F5344CB8AC3E}">
        <p14:creationId xmlns:p14="http://schemas.microsoft.com/office/powerpoint/2010/main" val="30217827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omparis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anchor="b">
            <a:normAutofit/>
          </a:bodyPr>
          <a:lstStyle>
            <a:lvl1pPr marL="0" indent="0">
              <a:buNone/>
              <a:defRPr sz="2000" b="0" cap="all" baseline="0">
                <a:solidFill>
                  <a:schemeClr val="accent1"/>
                </a:solidFill>
                <a:latin typeface="Sagona" panose="02010004040101010103"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anchor="b">
            <a:normAutofit/>
          </a:bodyPr>
          <a:lstStyle>
            <a:lvl1pPr marL="0" indent="0">
              <a:buNone/>
              <a:defRPr sz="2000" b="0" cap="all" baseline="0">
                <a:solidFill>
                  <a:schemeClr val="accent1"/>
                </a:solidFill>
                <a:latin typeface="Sagona" panose="02010004040101010103"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ree Column">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8828D144-1FB6-D637-B87C-40F583744264}"/>
              </a:ext>
            </a:extLst>
          </p:cNvPr>
          <p:cNvSpPr/>
          <p:nvPr userDrawn="1"/>
        </p:nvSpPr>
        <p:spPr>
          <a:xfrm>
            <a:off x="621728" y="4724605"/>
            <a:ext cx="8993194" cy="2133395"/>
          </a:xfrm>
          <a:custGeom>
            <a:avLst/>
            <a:gdLst>
              <a:gd name="connsiteX0" fmla="*/ 5641082 w 8993194"/>
              <a:gd name="connsiteY0" fmla="*/ 28 h 2133395"/>
              <a:gd name="connsiteX1" fmla="*/ 7193214 w 8993194"/>
              <a:gd name="connsiteY1" fmla="*/ 351682 h 2133395"/>
              <a:gd name="connsiteX2" fmla="*/ 8571267 w 8993194"/>
              <a:gd name="connsiteY2" fmla="*/ 1470873 h 2133395"/>
              <a:gd name="connsiteX3" fmla="*/ 8974398 w 8993194"/>
              <a:gd name="connsiteY3" fmla="*/ 2088483 h 2133395"/>
              <a:gd name="connsiteX4" fmla="*/ 8993194 w 8993194"/>
              <a:gd name="connsiteY4" fmla="*/ 2133395 h 2133395"/>
              <a:gd name="connsiteX5" fmla="*/ 0 w 8993194"/>
              <a:gd name="connsiteY5" fmla="*/ 2133395 h 2133395"/>
              <a:gd name="connsiteX6" fmla="*/ 11196 w 8993194"/>
              <a:gd name="connsiteY6" fmla="*/ 2060835 h 2133395"/>
              <a:gd name="connsiteX7" fmla="*/ 69995 w 8993194"/>
              <a:gd name="connsiteY7" fmla="*/ 1875975 h 2133395"/>
              <a:gd name="connsiteX8" fmla="*/ 2326551 w 8993194"/>
              <a:gd name="connsiteY8" fmla="*/ 649790 h 2133395"/>
              <a:gd name="connsiteX9" fmla="*/ 5641082 w 8993194"/>
              <a:gd name="connsiteY9" fmla="*/ 28 h 213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93194" h="2133395">
                <a:moveTo>
                  <a:pt x="5641082" y="28"/>
                </a:moveTo>
                <a:cubicBezTo>
                  <a:pt x="6185920" y="1961"/>
                  <a:pt x="6687031" y="105621"/>
                  <a:pt x="7193214" y="351682"/>
                </a:cubicBezTo>
                <a:cubicBezTo>
                  <a:pt x="7883521" y="687280"/>
                  <a:pt x="8326622" y="1163018"/>
                  <a:pt x="8571267" y="1470873"/>
                </a:cubicBezTo>
                <a:cubicBezTo>
                  <a:pt x="8698040" y="1621267"/>
                  <a:pt x="8852271" y="1830686"/>
                  <a:pt x="8974398" y="2088483"/>
                </a:cubicBezTo>
                <a:lnTo>
                  <a:pt x="8993194" y="2133395"/>
                </a:lnTo>
                <a:lnTo>
                  <a:pt x="0" y="2133395"/>
                </a:lnTo>
                <a:lnTo>
                  <a:pt x="11196" y="2060835"/>
                </a:lnTo>
                <a:cubicBezTo>
                  <a:pt x="25372" y="1999506"/>
                  <a:pt x="44664" y="1937726"/>
                  <a:pt x="69995" y="1875975"/>
                </a:cubicBezTo>
                <a:cubicBezTo>
                  <a:pt x="225713" y="1496052"/>
                  <a:pt x="611237" y="1115228"/>
                  <a:pt x="2326551" y="649790"/>
                </a:cubicBezTo>
                <a:cubicBezTo>
                  <a:pt x="3703485" y="276164"/>
                  <a:pt x="4733017" y="-3192"/>
                  <a:pt x="5641082" y="28"/>
                </a:cubicBezTo>
                <a:close/>
              </a:path>
            </a:pathLst>
          </a:custGeom>
          <a:solidFill>
            <a:schemeClr val="tx2">
              <a:alpha val="73000"/>
            </a:schemeClr>
          </a:solidFill>
          <a:ln w="320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8" name="Freeform: Shape 17">
            <a:extLst>
              <a:ext uri="{FF2B5EF4-FFF2-40B4-BE49-F238E27FC236}">
                <a16:creationId xmlns:a16="http://schemas.microsoft.com/office/drawing/2014/main" id="{E0C9BA38-182F-E517-B1E9-240E6B50C03F}"/>
              </a:ext>
            </a:extLst>
          </p:cNvPr>
          <p:cNvSpPr/>
          <p:nvPr userDrawn="1"/>
        </p:nvSpPr>
        <p:spPr>
          <a:xfrm>
            <a:off x="0" y="-1"/>
            <a:ext cx="12192000" cy="6858000"/>
          </a:xfrm>
          <a:custGeom>
            <a:avLst/>
            <a:gdLst>
              <a:gd name="connsiteX0" fmla="*/ 0 w 12192000"/>
              <a:gd name="connsiteY0" fmla="*/ 0 h 6858000"/>
              <a:gd name="connsiteX1" fmla="*/ 6775177 w 12192000"/>
              <a:gd name="connsiteY1" fmla="*/ 0 h 6858000"/>
              <a:gd name="connsiteX2" fmla="*/ 7219800 w 12192000"/>
              <a:gd name="connsiteY2" fmla="*/ 111673 h 6858000"/>
              <a:gd name="connsiteX3" fmla="*/ 11749026 w 12192000"/>
              <a:gd name="connsiteY3" fmla="*/ 1996374 h 6858000"/>
              <a:gd name="connsiteX4" fmla="*/ 12192000 w 12192000"/>
              <a:gd name="connsiteY4" fmla="*/ 2276886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6775177" y="0"/>
                </a:lnTo>
                <a:lnTo>
                  <a:pt x="7219800" y="111673"/>
                </a:lnTo>
                <a:cubicBezTo>
                  <a:pt x="8893020" y="564143"/>
                  <a:pt x="10439967" y="1209336"/>
                  <a:pt x="11749026" y="1996374"/>
                </a:cubicBezTo>
                <a:lnTo>
                  <a:pt x="12192000" y="2276886"/>
                </a:lnTo>
                <a:lnTo>
                  <a:pt x="12192000" y="6858000"/>
                </a:lnTo>
                <a:lnTo>
                  <a:pt x="0" y="6858000"/>
                </a:lnTo>
                <a:close/>
              </a:path>
            </a:pathLst>
          </a:custGeom>
          <a:solidFill>
            <a:schemeClr val="accent5">
              <a:alpha val="62000"/>
            </a:schemeClr>
          </a:solidFill>
          <a:ln w="1001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3529584" cy="402336"/>
          </a:xfrm>
        </p:spPr>
        <p:txBody>
          <a:bodyPr anchor="ctr">
            <a:normAutofit/>
          </a:bodyPr>
          <a:lstStyle>
            <a:lvl1pPr marL="0" indent="0">
              <a:buNone/>
              <a:defRPr sz="2000" b="0" cap="all" baseline="0">
                <a:solidFill>
                  <a:schemeClr val="accent1"/>
                </a:solidFill>
                <a:latin typeface="Sagona" panose="02010004040101010103"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4782312" y="1911096"/>
            <a:ext cx="3529584" cy="402336"/>
          </a:xfrm>
        </p:spPr>
        <p:txBody>
          <a:bodyPr anchor="ctr">
            <a:normAutofit/>
          </a:bodyPr>
          <a:lstStyle>
            <a:lvl1pPr marL="0" indent="0">
              <a:buNone/>
              <a:defRPr sz="2000" b="0" cap="all" baseline="0">
                <a:solidFill>
                  <a:schemeClr val="accent1"/>
                </a:solidFill>
                <a:latin typeface="Sagona" panose="02010004040101010103"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4782312" y="2505075"/>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a:lstStyle>
            <a:lvl1pPr>
              <a:defRPr>
                <a:solidFill>
                  <a:schemeClr val="accent1"/>
                </a:solidFill>
              </a:defRPr>
            </a:lvl1pPr>
          </a:lstStyle>
          <a:p>
            <a:r>
              <a:rPr lang="en-US" dirty="0"/>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a:lstStyle>
            <a:lvl1pPr>
              <a:defRPr>
                <a:solidFill>
                  <a:schemeClr val="accent1"/>
                </a:solidFill>
              </a:defRPr>
            </a:lvl1pPr>
          </a:lstStyle>
          <a:p>
            <a:r>
              <a:rPr lang="en-US" dirty="0"/>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a:lstStyle>
            <a:lvl1pPr>
              <a:defRPr>
                <a:solidFill>
                  <a:schemeClr val="accent1"/>
                </a:solidFill>
              </a:defRPr>
            </a:lvl1pPr>
          </a:lstStyle>
          <a:p>
            <a:fld id="{58FB4751-880F-D840-AAA9-3A15815CC996}" type="slidenum">
              <a:rPr lang="en-US" smtClean="0"/>
              <a:pPr/>
              <a:t>‹#›</a:t>
            </a:fld>
            <a:endParaRPr lang="en-US" dirty="0"/>
          </a:p>
        </p:txBody>
      </p:sp>
      <p:sp>
        <p:nvSpPr>
          <p:cNvPr id="29" name="Title 1">
            <a:extLst>
              <a:ext uri="{FF2B5EF4-FFF2-40B4-BE49-F238E27FC236}">
                <a16:creationId xmlns:a16="http://schemas.microsoft.com/office/drawing/2014/main" id="{D5CC739F-0299-DDC6-C35D-22282FF85CD2}"/>
              </a:ext>
            </a:extLst>
          </p:cNvPr>
          <p:cNvSpPr>
            <a:spLocks noGrp="1"/>
          </p:cNvSpPr>
          <p:nvPr>
            <p:ph type="title" hasCustomPrompt="1"/>
          </p:nvPr>
        </p:nvSpPr>
        <p:spPr>
          <a:xfrm>
            <a:off x="576072" y="704088"/>
            <a:ext cx="10515600" cy="676656"/>
          </a:xfrm>
        </p:spPr>
        <p:txBody>
          <a:bodyPr/>
          <a:lstStyle>
            <a:lvl1pPr>
              <a:defRPr sz="4800">
                <a:solidFill>
                  <a:schemeClr val="accent1"/>
                </a:solidFill>
              </a:defRPr>
            </a:lvl1pPr>
          </a:lstStyle>
          <a:p>
            <a:r>
              <a:rPr lang="en-US" dirty="0"/>
              <a:t>click to edit master title style	</a:t>
            </a:r>
          </a:p>
        </p:txBody>
      </p:sp>
      <p:sp>
        <p:nvSpPr>
          <p:cNvPr id="30" name="Text Placeholder 4">
            <a:extLst>
              <a:ext uri="{FF2B5EF4-FFF2-40B4-BE49-F238E27FC236}">
                <a16:creationId xmlns:a16="http://schemas.microsoft.com/office/drawing/2014/main" id="{A2DF7EFD-1FC1-E7B0-3A5D-171FFD6F0DCF}"/>
              </a:ext>
            </a:extLst>
          </p:cNvPr>
          <p:cNvSpPr>
            <a:spLocks noGrp="1"/>
          </p:cNvSpPr>
          <p:nvPr>
            <p:ph type="body" sz="quarter" idx="13"/>
          </p:nvPr>
        </p:nvSpPr>
        <p:spPr>
          <a:xfrm>
            <a:off x="8860536" y="1911096"/>
            <a:ext cx="2944368" cy="402336"/>
          </a:xfrm>
        </p:spPr>
        <p:txBody>
          <a:bodyPr anchor="ctr">
            <a:normAutofit/>
          </a:bodyPr>
          <a:lstStyle>
            <a:lvl1pPr marL="0" indent="0">
              <a:buNone/>
              <a:defRPr sz="2000" b="0" cap="all" baseline="0">
                <a:solidFill>
                  <a:schemeClr val="accent1"/>
                </a:solidFill>
                <a:latin typeface="Sagona" panose="02010004040101010103"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Content Placeholder 5">
            <a:extLst>
              <a:ext uri="{FF2B5EF4-FFF2-40B4-BE49-F238E27FC236}">
                <a16:creationId xmlns:a16="http://schemas.microsoft.com/office/drawing/2014/main" id="{0733DE00-8CA6-606F-16DB-4372C1E5BD67}"/>
              </a:ext>
            </a:extLst>
          </p:cNvPr>
          <p:cNvSpPr>
            <a:spLocks noGrp="1"/>
          </p:cNvSpPr>
          <p:nvPr>
            <p:ph sz="quarter" idx="14"/>
          </p:nvPr>
        </p:nvSpPr>
        <p:spPr>
          <a:xfrm>
            <a:off x="8860536" y="2492438"/>
            <a:ext cx="2944368" cy="3684588"/>
          </a:xfrm>
        </p:spPr>
        <p:txBody>
          <a:bodyPr>
            <a:normAutofit/>
          </a:bodyPr>
          <a:lstStyle>
            <a:lvl1pPr marL="283464" indent="-283464">
              <a:lnSpc>
                <a:spcPct val="100000"/>
              </a:lnSpc>
              <a:spcBef>
                <a:spcPts val="0"/>
              </a:spcBef>
              <a:buFont typeface="Courier New" panose="02070309020205020404" pitchFamily="49" charset="0"/>
              <a:buChar char="o"/>
              <a:defRPr sz="1800">
                <a:solidFill>
                  <a:schemeClr val="accent1"/>
                </a:solidFill>
              </a:defRPr>
            </a:lvl1pPr>
            <a:lvl2pPr>
              <a:lnSpc>
                <a:spcPct val="100000"/>
              </a:lnSpc>
              <a:spcBef>
                <a:spcPts val="0"/>
              </a:spcBef>
              <a:defRPr sz="1600">
                <a:solidFill>
                  <a:schemeClr val="accent1"/>
                </a:solidFill>
              </a:defRPr>
            </a:lvl2pPr>
            <a:lvl3pPr>
              <a:lnSpc>
                <a:spcPct val="100000"/>
              </a:lnSpc>
              <a:spcBef>
                <a:spcPts val="0"/>
              </a:spcBef>
              <a:defRPr sz="1400">
                <a:solidFill>
                  <a:schemeClr val="accent1"/>
                </a:solidFill>
              </a:defRPr>
            </a:lvl3pPr>
            <a:lvl4pPr>
              <a:lnSpc>
                <a:spcPct val="100000"/>
              </a:lnSpc>
              <a:spcBef>
                <a:spcPts val="0"/>
              </a:spcBef>
              <a:defRPr sz="1200">
                <a:solidFill>
                  <a:schemeClr val="accent1"/>
                </a:solidFill>
              </a:defRPr>
            </a:lvl4pPr>
            <a:lvl5pPr>
              <a:lnSpc>
                <a:spcPct val="100000"/>
              </a:lnSpc>
              <a:spcBef>
                <a:spcPts val="0"/>
              </a:spcBef>
              <a:defRPr sz="12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3" name="Straight Connector 32">
            <a:extLst>
              <a:ext uri="{FF2B5EF4-FFF2-40B4-BE49-F238E27FC236}">
                <a16:creationId xmlns:a16="http://schemas.microsoft.com/office/drawing/2014/main" id="{E90718B6-F0C0-E7EE-D41F-B5CE6A11D721}"/>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86270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alt">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430A716-DF40-A710-4FC7-CCCA4BD957F8}"/>
              </a:ext>
            </a:extLst>
          </p:cNvPr>
          <p:cNvSpPr/>
          <p:nvPr userDrawn="1"/>
        </p:nvSpPr>
        <p:spPr>
          <a:xfrm>
            <a:off x="6323595" y="0"/>
            <a:ext cx="5868404" cy="6164034"/>
          </a:xfrm>
          <a:custGeom>
            <a:avLst/>
            <a:gdLst>
              <a:gd name="connsiteX0" fmla="*/ 12513 w 5868404"/>
              <a:gd name="connsiteY0" fmla="*/ 0 h 6164034"/>
              <a:gd name="connsiteX1" fmla="*/ 4439184 w 5868404"/>
              <a:gd name="connsiteY1" fmla="*/ 0 h 6164034"/>
              <a:gd name="connsiteX2" fmla="*/ 4449003 w 5868404"/>
              <a:gd name="connsiteY2" fmla="*/ 15092 h 6164034"/>
              <a:gd name="connsiteX3" fmla="*/ 5223238 w 5868404"/>
              <a:gd name="connsiteY3" fmla="*/ 739839 h 6164034"/>
              <a:gd name="connsiteX4" fmla="*/ 5836159 w 5868404"/>
              <a:gd name="connsiteY4" fmla="*/ 1102187 h 6164034"/>
              <a:gd name="connsiteX5" fmla="*/ 5868404 w 5868404"/>
              <a:gd name="connsiteY5" fmla="*/ 1119251 h 6164034"/>
              <a:gd name="connsiteX6" fmla="*/ 5868404 w 5868404"/>
              <a:gd name="connsiteY6" fmla="*/ 6067695 h 6164034"/>
              <a:gd name="connsiteX7" fmla="*/ 5685224 w 5868404"/>
              <a:gd name="connsiteY7" fmla="*/ 6111753 h 6164034"/>
              <a:gd name="connsiteX8" fmla="*/ 5084251 w 5868404"/>
              <a:gd name="connsiteY8" fmla="*/ 6163884 h 6164034"/>
              <a:gd name="connsiteX9" fmla="*/ 3836104 w 5868404"/>
              <a:gd name="connsiteY9" fmla="*/ 5943053 h 6164034"/>
              <a:gd name="connsiteX10" fmla="*/ 3344911 w 5868404"/>
              <a:gd name="connsiteY10" fmla="*/ 5752757 h 6164034"/>
              <a:gd name="connsiteX11" fmla="*/ 1304345 w 5868404"/>
              <a:gd name="connsiteY11" fmla="*/ 4176227 h 6164034"/>
              <a:gd name="connsiteX12" fmla="*/ 209588 w 5868404"/>
              <a:gd name="connsiteY12" fmla="*/ 2032696 h 6164034"/>
              <a:gd name="connsiteX13" fmla="*/ 2035 w 5868404"/>
              <a:gd name="connsiteY13" fmla="*/ 234989 h 6164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8404" h="6164034">
                <a:moveTo>
                  <a:pt x="12513" y="0"/>
                </a:moveTo>
                <a:lnTo>
                  <a:pt x="4439184" y="0"/>
                </a:lnTo>
                <a:lnTo>
                  <a:pt x="4449003" y="15092"/>
                </a:lnTo>
                <a:cubicBezTo>
                  <a:pt x="4651567" y="305845"/>
                  <a:pt x="4918507" y="539411"/>
                  <a:pt x="5223238" y="739839"/>
                </a:cubicBezTo>
                <a:cubicBezTo>
                  <a:pt x="5478465" y="907701"/>
                  <a:pt x="5664764" y="1010975"/>
                  <a:pt x="5836159" y="1102187"/>
                </a:cubicBezTo>
                <a:lnTo>
                  <a:pt x="5868404" y="1119251"/>
                </a:lnTo>
                <a:lnTo>
                  <a:pt x="5868404" y="6067695"/>
                </a:lnTo>
                <a:lnTo>
                  <a:pt x="5685224" y="6111753"/>
                </a:lnTo>
                <a:cubicBezTo>
                  <a:pt x="5494197" y="6149567"/>
                  <a:pt x="5293292" y="6165797"/>
                  <a:pt x="5084251" y="6163884"/>
                </a:cubicBezTo>
                <a:cubicBezTo>
                  <a:pt x="4661736" y="6160033"/>
                  <a:pt x="4246092" y="6080257"/>
                  <a:pt x="3836104" y="5943053"/>
                </a:cubicBezTo>
                <a:cubicBezTo>
                  <a:pt x="3669389" y="5887220"/>
                  <a:pt x="3505068" y="5826356"/>
                  <a:pt x="3344911" y="5752757"/>
                </a:cubicBezTo>
                <a:cubicBezTo>
                  <a:pt x="2529656" y="5377996"/>
                  <a:pt x="1853875" y="4847882"/>
                  <a:pt x="1304345" y="4176227"/>
                </a:cubicBezTo>
                <a:cubicBezTo>
                  <a:pt x="767829" y="3520395"/>
                  <a:pt x="415519" y="2801547"/>
                  <a:pt x="209588" y="2032696"/>
                </a:cubicBezTo>
                <a:cubicBezTo>
                  <a:pt x="48218" y="1430059"/>
                  <a:pt x="-12290" y="831033"/>
                  <a:pt x="2035" y="234989"/>
                </a:cubicBezTo>
                <a:close/>
              </a:path>
            </a:pathLst>
          </a:custGeom>
          <a:solidFill>
            <a:schemeClr val="accent5">
              <a:alpha val="86000"/>
            </a:schemeClr>
          </a:solidFill>
          <a:ln w="346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a:normAutofit/>
          </a:bodyPr>
          <a:lstStyle>
            <a:lvl1pPr marL="0" indent="0">
              <a:lnSpc>
                <a:spcPct val="100000"/>
              </a:lnSpc>
              <a:spcBef>
                <a:spcPts val="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
        <p:nvSpPr>
          <p:cNvPr id="48" name="Freeform: Shape 47">
            <a:extLst>
              <a:ext uri="{FF2B5EF4-FFF2-40B4-BE49-F238E27FC236}">
                <a16:creationId xmlns:a16="http://schemas.microsoft.com/office/drawing/2014/main" id="{EACA9FF1-6A56-9028-20F7-293A5DAC2547}"/>
              </a:ext>
            </a:extLst>
          </p:cNvPr>
          <p:cNvSpPr/>
          <p:nvPr userDrawn="1"/>
        </p:nvSpPr>
        <p:spPr>
          <a:xfrm>
            <a:off x="5964144" y="640336"/>
            <a:ext cx="6243203" cy="5137129"/>
          </a:xfrm>
          <a:custGeom>
            <a:avLst/>
            <a:gdLst>
              <a:gd name="connsiteX0" fmla="*/ 4889012 w 6277387"/>
              <a:gd name="connsiteY0" fmla="*/ 662 h 5139475"/>
              <a:gd name="connsiteX1" fmla="*/ 5445687 w 6277387"/>
              <a:gd name="connsiteY1" fmla="*/ 20567 h 5139475"/>
              <a:gd name="connsiteX2" fmla="*/ 6007952 w 6277387"/>
              <a:gd name="connsiteY2" fmla="*/ 99852 h 5139475"/>
              <a:gd name="connsiteX3" fmla="*/ 6277387 w 6277387"/>
              <a:gd name="connsiteY3" fmla="*/ 161058 h 5139475"/>
              <a:gd name="connsiteX4" fmla="*/ 6277387 w 6277387"/>
              <a:gd name="connsiteY4" fmla="*/ 5139475 h 5139475"/>
              <a:gd name="connsiteX5" fmla="*/ 6189863 w 6277387"/>
              <a:gd name="connsiteY5" fmla="*/ 5129509 h 5139475"/>
              <a:gd name="connsiteX6" fmla="*/ 4906960 w 6277387"/>
              <a:gd name="connsiteY6" fmla="*/ 4685637 h 5139475"/>
              <a:gd name="connsiteX7" fmla="*/ 4226890 w 6277387"/>
              <a:gd name="connsiteY7" fmla="*/ 4354477 h 5139475"/>
              <a:gd name="connsiteX8" fmla="*/ 3327755 w 6277387"/>
              <a:gd name="connsiteY8" fmla="*/ 4156387 h 5139475"/>
              <a:gd name="connsiteX9" fmla="*/ 2255512 w 6277387"/>
              <a:gd name="connsiteY9" fmla="*/ 4368944 h 5139475"/>
              <a:gd name="connsiteX10" fmla="*/ 1772151 w 6277387"/>
              <a:gd name="connsiteY10" fmla="*/ 4527459 h 5139475"/>
              <a:gd name="connsiteX11" fmla="*/ 459735 w 6277387"/>
              <a:gd name="connsiteY11" fmla="*/ 4184363 h 5139475"/>
              <a:gd name="connsiteX12" fmla="*/ 608 w 6277387"/>
              <a:gd name="connsiteY12" fmla="*/ 3162067 h 5139475"/>
              <a:gd name="connsiteX13" fmla="*/ 686493 w 6277387"/>
              <a:gd name="connsiteY13" fmla="*/ 1710481 h 5139475"/>
              <a:gd name="connsiteX14" fmla="*/ 1254673 w 6277387"/>
              <a:gd name="connsiteY14" fmla="*/ 1269348 h 5139475"/>
              <a:gd name="connsiteX15" fmla="*/ 3265771 w 6277387"/>
              <a:gd name="connsiteY15" fmla="*/ 265022 h 5139475"/>
              <a:gd name="connsiteX16" fmla="*/ 4889012 w 6277387"/>
              <a:gd name="connsiteY16" fmla="*/ 662 h 5139475"/>
              <a:gd name="connsiteX0" fmla="*/ 6277387 w 6368827"/>
              <a:gd name="connsiteY0" fmla="*/ 161058 h 5139475"/>
              <a:gd name="connsiteX1" fmla="*/ 6277387 w 6368827"/>
              <a:gd name="connsiteY1" fmla="*/ 5139475 h 5139475"/>
              <a:gd name="connsiteX2" fmla="*/ 6189863 w 6368827"/>
              <a:gd name="connsiteY2" fmla="*/ 5129509 h 5139475"/>
              <a:gd name="connsiteX3" fmla="*/ 4906960 w 6368827"/>
              <a:gd name="connsiteY3" fmla="*/ 4685637 h 5139475"/>
              <a:gd name="connsiteX4" fmla="*/ 4226890 w 6368827"/>
              <a:gd name="connsiteY4" fmla="*/ 4354477 h 5139475"/>
              <a:gd name="connsiteX5" fmla="*/ 3327755 w 6368827"/>
              <a:gd name="connsiteY5" fmla="*/ 4156387 h 5139475"/>
              <a:gd name="connsiteX6" fmla="*/ 2255512 w 6368827"/>
              <a:gd name="connsiteY6" fmla="*/ 4368944 h 5139475"/>
              <a:gd name="connsiteX7" fmla="*/ 1772151 w 6368827"/>
              <a:gd name="connsiteY7" fmla="*/ 4527459 h 5139475"/>
              <a:gd name="connsiteX8" fmla="*/ 459735 w 6368827"/>
              <a:gd name="connsiteY8" fmla="*/ 4184363 h 5139475"/>
              <a:gd name="connsiteX9" fmla="*/ 608 w 6368827"/>
              <a:gd name="connsiteY9" fmla="*/ 3162067 h 5139475"/>
              <a:gd name="connsiteX10" fmla="*/ 686493 w 6368827"/>
              <a:gd name="connsiteY10" fmla="*/ 1710481 h 5139475"/>
              <a:gd name="connsiteX11" fmla="*/ 1254673 w 6368827"/>
              <a:gd name="connsiteY11" fmla="*/ 1269348 h 5139475"/>
              <a:gd name="connsiteX12" fmla="*/ 3265771 w 6368827"/>
              <a:gd name="connsiteY12" fmla="*/ 265022 h 5139475"/>
              <a:gd name="connsiteX13" fmla="*/ 4889012 w 6368827"/>
              <a:gd name="connsiteY13" fmla="*/ 662 h 5139475"/>
              <a:gd name="connsiteX14" fmla="*/ 5445687 w 6368827"/>
              <a:gd name="connsiteY14" fmla="*/ 20567 h 5139475"/>
              <a:gd name="connsiteX15" fmla="*/ 6007952 w 6368827"/>
              <a:gd name="connsiteY15" fmla="*/ 99852 h 5139475"/>
              <a:gd name="connsiteX16" fmla="*/ 6368827 w 6368827"/>
              <a:gd name="connsiteY16" fmla="*/ 252498 h 5139475"/>
              <a:gd name="connsiteX0" fmla="*/ 6277387 w 6368827"/>
              <a:gd name="connsiteY0" fmla="*/ 5139475 h 5139475"/>
              <a:gd name="connsiteX1" fmla="*/ 6189863 w 6368827"/>
              <a:gd name="connsiteY1" fmla="*/ 5129509 h 5139475"/>
              <a:gd name="connsiteX2" fmla="*/ 4906960 w 6368827"/>
              <a:gd name="connsiteY2" fmla="*/ 4685637 h 5139475"/>
              <a:gd name="connsiteX3" fmla="*/ 4226890 w 6368827"/>
              <a:gd name="connsiteY3" fmla="*/ 4354477 h 5139475"/>
              <a:gd name="connsiteX4" fmla="*/ 3327755 w 6368827"/>
              <a:gd name="connsiteY4" fmla="*/ 4156387 h 5139475"/>
              <a:gd name="connsiteX5" fmla="*/ 2255512 w 6368827"/>
              <a:gd name="connsiteY5" fmla="*/ 4368944 h 5139475"/>
              <a:gd name="connsiteX6" fmla="*/ 1772151 w 6368827"/>
              <a:gd name="connsiteY6" fmla="*/ 4527459 h 5139475"/>
              <a:gd name="connsiteX7" fmla="*/ 459735 w 6368827"/>
              <a:gd name="connsiteY7" fmla="*/ 4184363 h 5139475"/>
              <a:gd name="connsiteX8" fmla="*/ 608 w 6368827"/>
              <a:gd name="connsiteY8" fmla="*/ 3162067 h 5139475"/>
              <a:gd name="connsiteX9" fmla="*/ 686493 w 6368827"/>
              <a:gd name="connsiteY9" fmla="*/ 1710481 h 5139475"/>
              <a:gd name="connsiteX10" fmla="*/ 1254673 w 6368827"/>
              <a:gd name="connsiteY10" fmla="*/ 1269348 h 5139475"/>
              <a:gd name="connsiteX11" fmla="*/ 3265771 w 6368827"/>
              <a:gd name="connsiteY11" fmla="*/ 265022 h 5139475"/>
              <a:gd name="connsiteX12" fmla="*/ 4889012 w 6368827"/>
              <a:gd name="connsiteY12" fmla="*/ 662 h 5139475"/>
              <a:gd name="connsiteX13" fmla="*/ 5445687 w 6368827"/>
              <a:gd name="connsiteY13" fmla="*/ 20567 h 5139475"/>
              <a:gd name="connsiteX14" fmla="*/ 6007952 w 6368827"/>
              <a:gd name="connsiteY14" fmla="*/ 99852 h 5139475"/>
              <a:gd name="connsiteX15" fmla="*/ 6368827 w 6368827"/>
              <a:gd name="connsiteY15" fmla="*/ 252498 h 5139475"/>
              <a:gd name="connsiteX0" fmla="*/ 6189863 w 6368827"/>
              <a:gd name="connsiteY0" fmla="*/ 5129509 h 5129509"/>
              <a:gd name="connsiteX1" fmla="*/ 4906960 w 6368827"/>
              <a:gd name="connsiteY1" fmla="*/ 4685637 h 5129509"/>
              <a:gd name="connsiteX2" fmla="*/ 4226890 w 6368827"/>
              <a:gd name="connsiteY2" fmla="*/ 4354477 h 5129509"/>
              <a:gd name="connsiteX3" fmla="*/ 3327755 w 6368827"/>
              <a:gd name="connsiteY3" fmla="*/ 4156387 h 5129509"/>
              <a:gd name="connsiteX4" fmla="*/ 2255512 w 6368827"/>
              <a:gd name="connsiteY4" fmla="*/ 4368944 h 5129509"/>
              <a:gd name="connsiteX5" fmla="*/ 1772151 w 6368827"/>
              <a:gd name="connsiteY5" fmla="*/ 4527459 h 5129509"/>
              <a:gd name="connsiteX6" fmla="*/ 459735 w 6368827"/>
              <a:gd name="connsiteY6" fmla="*/ 4184363 h 5129509"/>
              <a:gd name="connsiteX7" fmla="*/ 608 w 6368827"/>
              <a:gd name="connsiteY7" fmla="*/ 3162067 h 5129509"/>
              <a:gd name="connsiteX8" fmla="*/ 686493 w 6368827"/>
              <a:gd name="connsiteY8" fmla="*/ 1710481 h 5129509"/>
              <a:gd name="connsiteX9" fmla="*/ 1254673 w 6368827"/>
              <a:gd name="connsiteY9" fmla="*/ 1269348 h 5129509"/>
              <a:gd name="connsiteX10" fmla="*/ 3265771 w 6368827"/>
              <a:gd name="connsiteY10" fmla="*/ 265022 h 5129509"/>
              <a:gd name="connsiteX11" fmla="*/ 4889012 w 6368827"/>
              <a:gd name="connsiteY11" fmla="*/ 662 h 5129509"/>
              <a:gd name="connsiteX12" fmla="*/ 5445687 w 6368827"/>
              <a:gd name="connsiteY12" fmla="*/ 20567 h 5129509"/>
              <a:gd name="connsiteX13" fmla="*/ 6007952 w 6368827"/>
              <a:gd name="connsiteY13" fmla="*/ 99852 h 5129509"/>
              <a:gd name="connsiteX14" fmla="*/ 6368827 w 6368827"/>
              <a:gd name="connsiteY14" fmla="*/ 252498 h 5129509"/>
              <a:gd name="connsiteX0" fmla="*/ 6189863 w 6189863"/>
              <a:gd name="connsiteY0" fmla="*/ 5129509 h 5129509"/>
              <a:gd name="connsiteX1" fmla="*/ 4906960 w 6189863"/>
              <a:gd name="connsiteY1" fmla="*/ 4685637 h 5129509"/>
              <a:gd name="connsiteX2" fmla="*/ 4226890 w 6189863"/>
              <a:gd name="connsiteY2" fmla="*/ 4354477 h 5129509"/>
              <a:gd name="connsiteX3" fmla="*/ 3327755 w 6189863"/>
              <a:gd name="connsiteY3" fmla="*/ 4156387 h 5129509"/>
              <a:gd name="connsiteX4" fmla="*/ 2255512 w 6189863"/>
              <a:gd name="connsiteY4" fmla="*/ 4368944 h 5129509"/>
              <a:gd name="connsiteX5" fmla="*/ 1772151 w 6189863"/>
              <a:gd name="connsiteY5" fmla="*/ 4527459 h 5129509"/>
              <a:gd name="connsiteX6" fmla="*/ 459735 w 6189863"/>
              <a:gd name="connsiteY6" fmla="*/ 4184363 h 5129509"/>
              <a:gd name="connsiteX7" fmla="*/ 608 w 6189863"/>
              <a:gd name="connsiteY7" fmla="*/ 3162067 h 5129509"/>
              <a:gd name="connsiteX8" fmla="*/ 686493 w 6189863"/>
              <a:gd name="connsiteY8" fmla="*/ 1710481 h 5129509"/>
              <a:gd name="connsiteX9" fmla="*/ 1254673 w 6189863"/>
              <a:gd name="connsiteY9" fmla="*/ 1269348 h 5129509"/>
              <a:gd name="connsiteX10" fmla="*/ 3265771 w 6189863"/>
              <a:gd name="connsiteY10" fmla="*/ 265022 h 5129509"/>
              <a:gd name="connsiteX11" fmla="*/ 4889012 w 6189863"/>
              <a:gd name="connsiteY11" fmla="*/ 662 h 5129509"/>
              <a:gd name="connsiteX12" fmla="*/ 5445687 w 6189863"/>
              <a:gd name="connsiteY12" fmla="*/ 20567 h 5129509"/>
              <a:gd name="connsiteX13" fmla="*/ 6007952 w 6189863"/>
              <a:gd name="connsiteY13" fmla="*/ 99852 h 5129509"/>
              <a:gd name="connsiteX0" fmla="*/ 6220343 w 6220343"/>
              <a:gd name="connsiteY0" fmla="*/ 5133319 h 5133319"/>
              <a:gd name="connsiteX1" fmla="*/ 4906960 w 6220343"/>
              <a:gd name="connsiteY1" fmla="*/ 4685637 h 5133319"/>
              <a:gd name="connsiteX2" fmla="*/ 4226890 w 6220343"/>
              <a:gd name="connsiteY2" fmla="*/ 4354477 h 5133319"/>
              <a:gd name="connsiteX3" fmla="*/ 3327755 w 6220343"/>
              <a:gd name="connsiteY3" fmla="*/ 4156387 h 5133319"/>
              <a:gd name="connsiteX4" fmla="*/ 2255512 w 6220343"/>
              <a:gd name="connsiteY4" fmla="*/ 4368944 h 5133319"/>
              <a:gd name="connsiteX5" fmla="*/ 1772151 w 6220343"/>
              <a:gd name="connsiteY5" fmla="*/ 4527459 h 5133319"/>
              <a:gd name="connsiteX6" fmla="*/ 459735 w 6220343"/>
              <a:gd name="connsiteY6" fmla="*/ 4184363 h 5133319"/>
              <a:gd name="connsiteX7" fmla="*/ 608 w 6220343"/>
              <a:gd name="connsiteY7" fmla="*/ 3162067 h 5133319"/>
              <a:gd name="connsiteX8" fmla="*/ 686493 w 6220343"/>
              <a:gd name="connsiteY8" fmla="*/ 1710481 h 5133319"/>
              <a:gd name="connsiteX9" fmla="*/ 1254673 w 6220343"/>
              <a:gd name="connsiteY9" fmla="*/ 1269348 h 5133319"/>
              <a:gd name="connsiteX10" fmla="*/ 3265771 w 6220343"/>
              <a:gd name="connsiteY10" fmla="*/ 265022 h 5133319"/>
              <a:gd name="connsiteX11" fmla="*/ 4889012 w 6220343"/>
              <a:gd name="connsiteY11" fmla="*/ 662 h 5133319"/>
              <a:gd name="connsiteX12" fmla="*/ 5445687 w 6220343"/>
              <a:gd name="connsiteY12" fmla="*/ 20567 h 5133319"/>
              <a:gd name="connsiteX13" fmla="*/ 6007952 w 6220343"/>
              <a:gd name="connsiteY13" fmla="*/ 99852 h 5133319"/>
              <a:gd name="connsiteX0" fmla="*/ 6243203 w 6243203"/>
              <a:gd name="connsiteY0" fmla="*/ 5137129 h 5137129"/>
              <a:gd name="connsiteX1" fmla="*/ 4906960 w 6243203"/>
              <a:gd name="connsiteY1" fmla="*/ 4685637 h 5137129"/>
              <a:gd name="connsiteX2" fmla="*/ 4226890 w 6243203"/>
              <a:gd name="connsiteY2" fmla="*/ 4354477 h 5137129"/>
              <a:gd name="connsiteX3" fmla="*/ 3327755 w 6243203"/>
              <a:gd name="connsiteY3" fmla="*/ 4156387 h 5137129"/>
              <a:gd name="connsiteX4" fmla="*/ 2255512 w 6243203"/>
              <a:gd name="connsiteY4" fmla="*/ 4368944 h 5137129"/>
              <a:gd name="connsiteX5" fmla="*/ 1772151 w 6243203"/>
              <a:gd name="connsiteY5" fmla="*/ 4527459 h 5137129"/>
              <a:gd name="connsiteX6" fmla="*/ 459735 w 6243203"/>
              <a:gd name="connsiteY6" fmla="*/ 4184363 h 5137129"/>
              <a:gd name="connsiteX7" fmla="*/ 608 w 6243203"/>
              <a:gd name="connsiteY7" fmla="*/ 3162067 h 5137129"/>
              <a:gd name="connsiteX8" fmla="*/ 686493 w 6243203"/>
              <a:gd name="connsiteY8" fmla="*/ 1710481 h 5137129"/>
              <a:gd name="connsiteX9" fmla="*/ 1254673 w 6243203"/>
              <a:gd name="connsiteY9" fmla="*/ 1269348 h 5137129"/>
              <a:gd name="connsiteX10" fmla="*/ 3265771 w 6243203"/>
              <a:gd name="connsiteY10" fmla="*/ 265022 h 5137129"/>
              <a:gd name="connsiteX11" fmla="*/ 4889012 w 6243203"/>
              <a:gd name="connsiteY11" fmla="*/ 662 h 5137129"/>
              <a:gd name="connsiteX12" fmla="*/ 5445687 w 6243203"/>
              <a:gd name="connsiteY12" fmla="*/ 20567 h 5137129"/>
              <a:gd name="connsiteX13" fmla="*/ 6007952 w 6243203"/>
              <a:gd name="connsiteY13" fmla="*/ 99852 h 513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243203" h="5137129">
                <a:moveTo>
                  <a:pt x="6243203" y="5137129"/>
                </a:moveTo>
                <a:cubicBezTo>
                  <a:pt x="5616824" y="5044500"/>
                  <a:pt x="5243012" y="4816079"/>
                  <a:pt x="4906960" y="4685637"/>
                </a:cubicBezTo>
                <a:cubicBezTo>
                  <a:pt x="4570908" y="4555195"/>
                  <a:pt x="4545156" y="4485964"/>
                  <a:pt x="4226890" y="4354477"/>
                </a:cubicBezTo>
                <a:cubicBezTo>
                  <a:pt x="3941888" y="4236738"/>
                  <a:pt x="3645130" y="4160793"/>
                  <a:pt x="3327755" y="4156387"/>
                </a:cubicBezTo>
                <a:cubicBezTo>
                  <a:pt x="2950795" y="4151018"/>
                  <a:pt x="2597217" y="4237561"/>
                  <a:pt x="2255512" y="4368944"/>
                </a:cubicBezTo>
                <a:cubicBezTo>
                  <a:pt x="2097412" y="4429682"/>
                  <a:pt x="1941970" y="4495413"/>
                  <a:pt x="1772151" y="4527459"/>
                </a:cubicBezTo>
                <a:cubicBezTo>
                  <a:pt x="1264158" y="4623269"/>
                  <a:pt x="821661" y="4517923"/>
                  <a:pt x="459735" y="4184363"/>
                </a:cubicBezTo>
                <a:cubicBezTo>
                  <a:pt x="151042" y="3899922"/>
                  <a:pt x="10681" y="3550667"/>
                  <a:pt x="608" y="3162067"/>
                </a:cubicBezTo>
                <a:cubicBezTo>
                  <a:pt x="-14234" y="2590537"/>
                  <a:pt x="243808" y="2115100"/>
                  <a:pt x="686493" y="1710481"/>
                </a:cubicBezTo>
                <a:cubicBezTo>
                  <a:pt x="862046" y="1550006"/>
                  <a:pt x="1056985" y="1408011"/>
                  <a:pt x="1254673" y="1269348"/>
                </a:cubicBezTo>
                <a:cubicBezTo>
                  <a:pt x="1865209" y="841116"/>
                  <a:pt x="2526920" y="492284"/>
                  <a:pt x="3265771" y="265022"/>
                </a:cubicBezTo>
                <a:cubicBezTo>
                  <a:pt x="3796018" y="101956"/>
                  <a:pt x="4336451" y="9282"/>
                  <a:pt x="4889012" y="662"/>
                </a:cubicBezTo>
                <a:cubicBezTo>
                  <a:pt x="5073199" y="-2211"/>
                  <a:pt x="5258733" y="4255"/>
                  <a:pt x="5445687" y="20567"/>
                </a:cubicBezTo>
                <a:cubicBezTo>
                  <a:pt x="5637159" y="37284"/>
                  <a:pt x="5824611" y="63631"/>
                  <a:pt x="6007952" y="99852"/>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42" name="Picture Placeholder 41">
            <a:extLst>
              <a:ext uri="{FF2B5EF4-FFF2-40B4-BE49-F238E27FC236}">
                <a16:creationId xmlns:a16="http://schemas.microsoft.com/office/drawing/2014/main" id="{B453377C-B4A0-8E9A-D4DC-D42364826344}"/>
              </a:ext>
            </a:extLst>
          </p:cNvPr>
          <p:cNvSpPr>
            <a:spLocks noGrp="1"/>
          </p:cNvSpPr>
          <p:nvPr>
            <p:ph type="pic" idx="1"/>
          </p:nvPr>
        </p:nvSpPr>
        <p:spPr>
          <a:xfrm>
            <a:off x="6646264" y="0"/>
            <a:ext cx="5545736" cy="6063092"/>
          </a:xfrm>
          <a:custGeom>
            <a:avLst/>
            <a:gdLst>
              <a:gd name="connsiteX0" fmla="*/ 3355090 w 5545736"/>
              <a:gd name="connsiteY0" fmla="*/ 0 h 6063092"/>
              <a:gd name="connsiteX1" fmla="*/ 5545736 w 5545736"/>
              <a:gd name="connsiteY1" fmla="*/ 0 h 6063092"/>
              <a:gd name="connsiteX2" fmla="*/ 5545736 w 5545736"/>
              <a:gd name="connsiteY2" fmla="*/ 4499075 h 6063092"/>
              <a:gd name="connsiteX3" fmla="*/ 5430027 w 5545736"/>
              <a:gd name="connsiteY3" fmla="*/ 4628283 h 6063092"/>
              <a:gd name="connsiteX4" fmla="*/ 3848936 w 5545736"/>
              <a:gd name="connsiteY4" fmla="*/ 5737848 h 6063092"/>
              <a:gd name="connsiteX5" fmla="*/ 3426711 w 5545736"/>
              <a:gd name="connsiteY5" fmla="*/ 5893022 h 6063092"/>
              <a:gd name="connsiteX6" fmla="*/ 2357730 w 5545736"/>
              <a:gd name="connsiteY6" fmla="*/ 6062988 h 6063092"/>
              <a:gd name="connsiteX7" fmla="*/ 1112800 w 5545736"/>
              <a:gd name="connsiteY7" fmla="*/ 5667979 h 6063092"/>
              <a:gd name="connsiteX8" fmla="*/ 409218 w 5545736"/>
              <a:gd name="connsiteY8" fmla="*/ 4944615 h 6063092"/>
              <a:gd name="connsiteX9" fmla="*/ 37164 w 5545736"/>
              <a:gd name="connsiteY9" fmla="*/ 4154393 h 6063092"/>
              <a:gd name="connsiteX10" fmla="*/ 15604 w 5545736"/>
              <a:gd name="connsiteY10" fmla="*/ 3564191 h 6063092"/>
              <a:gd name="connsiteX11" fmla="*/ 1646045 w 5545736"/>
              <a:gd name="connsiteY11" fmla="*/ 1803195 h 6063092"/>
              <a:gd name="connsiteX12" fmla="*/ 2319905 w 5545736"/>
              <a:gd name="connsiteY12" fmla="*/ 1429318 h 6063092"/>
              <a:gd name="connsiteX13" fmla="*/ 2991762 w 5545736"/>
              <a:gd name="connsiteY13" fmla="*/ 821995 h 6063092"/>
              <a:gd name="connsiteX14" fmla="*/ 3323353 w 5545736"/>
              <a:gd name="connsiteY14" fmla="*/ 129929 h 606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545736" h="6063092">
                <a:moveTo>
                  <a:pt x="3355090" y="0"/>
                </a:moveTo>
                <a:lnTo>
                  <a:pt x="5545736" y="0"/>
                </a:lnTo>
                <a:lnTo>
                  <a:pt x="5545736" y="4499075"/>
                </a:lnTo>
                <a:lnTo>
                  <a:pt x="5430027" y="4628283"/>
                </a:lnTo>
                <a:cubicBezTo>
                  <a:pt x="4987448" y="5095940"/>
                  <a:pt x="4462893" y="5468472"/>
                  <a:pt x="3848936" y="5737848"/>
                </a:cubicBezTo>
                <a:cubicBezTo>
                  <a:pt x="3711095" y="5798308"/>
                  <a:pt x="3569888" y="5847831"/>
                  <a:pt x="3426711" y="5893022"/>
                </a:cubicBezTo>
                <a:cubicBezTo>
                  <a:pt x="3074611" y="6004070"/>
                  <a:pt x="2718538" y="6065996"/>
                  <a:pt x="2357730" y="6062988"/>
                </a:cubicBezTo>
                <a:cubicBezTo>
                  <a:pt x="1881699" y="6059036"/>
                  <a:pt x="1456987" y="5945780"/>
                  <a:pt x="1112800" y="5667979"/>
                </a:cubicBezTo>
                <a:cubicBezTo>
                  <a:pt x="846505" y="5453155"/>
                  <a:pt x="606021" y="5216495"/>
                  <a:pt x="409218" y="4944615"/>
                </a:cubicBezTo>
                <a:cubicBezTo>
                  <a:pt x="235425" y="4704408"/>
                  <a:pt x="99475" y="4445949"/>
                  <a:pt x="37164" y="4154393"/>
                </a:cubicBezTo>
                <a:cubicBezTo>
                  <a:pt x="23082" y="4088408"/>
                  <a:pt x="-24217" y="3835054"/>
                  <a:pt x="15604" y="3564191"/>
                </a:cubicBezTo>
                <a:cubicBezTo>
                  <a:pt x="163514" y="2558438"/>
                  <a:pt x="1432192" y="1912093"/>
                  <a:pt x="1646045" y="1803195"/>
                </a:cubicBezTo>
                <a:cubicBezTo>
                  <a:pt x="1838456" y="1705187"/>
                  <a:pt x="2026012" y="1615363"/>
                  <a:pt x="2319905" y="1429318"/>
                </a:cubicBezTo>
                <a:cubicBezTo>
                  <a:pt x="2583077" y="1262714"/>
                  <a:pt x="2814476" y="1067249"/>
                  <a:pt x="2991762" y="821995"/>
                </a:cubicBezTo>
                <a:cubicBezTo>
                  <a:pt x="3149782" y="603568"/>
                  <a:pt x="3253380" y="371021"/>
                  <a:pt x="3323353" y="129929"/>
                </a:cubicBezTo>
                <a:close/>
              </a:path>
            </a:pathLst>
          </a:custGeom>
          <a:solidFill>
            <a:srgbClr val="D1D8B7"/>
          </a:solidFill>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23369190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a:lstStyle/>
          <a:p>
            <a:fld id="{58FB4751-880F-D840-AAA9-3A15815CC996}" type="slidenum">
              <a:rPr lang="en-US" smtClean="0"/>
              <a:t>‹#›</a:t>
            </a:fld>
            <a:endParaRPr lang="en-US"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Sagona" panose="02010004040101010103" pitchFamily="2" charset="0"/>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anchor="b"/>
          <a:lstStyle>
            <a:lvl1pPr>
              <a:defRPr sz="4800"/>
            </a:lvl1pPr>
          </a:lstStyle>
          <a:p>
            <a:r>
              <a:rPr lang="en-US" dirty="0"/>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0B3B0-42CD-B41E-B6FE-CD7C657C5E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379D75D1-CC28-AAF4-34B8-A5E28C7070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9BFD7744-CE70-38DE-BBC0-E0FE7BF226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Sagona" panose="02010004040101010103" pitchFamily="2" charset="0"/>
              </a:defRPr>
            </a:lvl1pPr>
          </a:lstStyle>
          <a:p>
            <a:r>
              <a:rPr lang="en-US" dirty="0"/>
              <a:t>20XX</a:t>
            </a:r>
          </a:p>
        </p:txBody>
      </p:sp>
      <p:sp>
        <p:nvSpPr>
          <p:cNvPr id="5" name="Footer Placeholder 4">
            <a:extLst>
              <a:ext uri="{FF2B5EF4-FFF2-40B4-BE49-F238E27FC236}">
                <a16:creationId xmlns:a16="http://schemas.microsoft.com/office/drawing/2014/main" id="{BB5F13B2-47CC-8B0A-1E5D-0B0206FB28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Sagona" panose="02010004040101010103" pitchFamily="2" charset="0"/>
              </a:defRPr>
            </a:lvl1pPr>
          </a:lstStyle>
          <a:p>
            <a:r>
              <a:rPr lang="en-US" dirty="0"/>
              <a:t>presentation title</a:t>
            </a:r>
          </a:p>
        </p:txBody>
      </p:sp>
      <p:sp>
        <p:nvSpPr>
          <p:cNvPr id="6" name="Slide Number Placeholder 5">
            <a:extLst>
              <a:ext uri="{FF2B5EF4-FFF2-40B4-BE49-F238E27FC236}">
                <a16:creationId xmlns:a16="http://schemas.microsoft.com/office/drawing/2014/main" id="{63B602F9-1C25-8F66-1F54-B9B3CBA271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Sagona" panose="02010004040101010103" pitchFamily="2" charset="0"/>
              </a:defRPr>
            </a:lvl1pPr>
          </a:lstStyle>
          <a:p>
            <a:fld id="{58FB4751-880F-D840-AAA9-3A15815CC996}" type="slidenum">
              <a:rPr lang="en-US" smtClean="0"/>
              <a:pPr/>
              <a:t>‹#›</a:t>
            </a:fld>
            <a:endParaRPr lang="en-US" dirty="0"/>
          </a:p>
        </p:txBody>
      </p:sp>
      <p:cxnSp>
        <p:nvCxnSpPr>
          <p:cNvPr id="7" name="Straight Connector 6">
            <a:extLst>
              <a:ext uri="{FF2B5EF4-FFF2-40B4-BE49-F238E27FC236}">
                <a16:creationId xmlns:a16="http://schemas.microsoft.com/office/drawing/2014/main" id="{B53FD4E7-3610-8CC6-46E6-9831ECDC73CC}"/>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73558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57" r:id="rId14"/>
    <p:sldLayoutId id="2147483660" r:id="rId15"/>
    <p:sldLayoutId id="2147483664" r:id="rId16"/>
    <p:sldLayoutId id="2147483661" r:id="rId17"/>
    <p:sldLayoutId id="2147483662" r:id="rId18"/>
    <p:sldLayoutId id="2147483663" r:id="rId19"/>
    <p:sldLayoutId id="2147483654" r:id="rId20"/>
    <p:sldLayoutId id="2147483653" r:id="rId21"/>
    <p:sldLayoutId id="2147483667" r:id="rId22"/>
    <p:sldLayoutId id="2147483665" r:id="rId23"/>
    <p:sldLayoutId id="2147483652" r:id="rId24"/>
  </p:sldLayoutIdLst>
  <p:hf hdr="0"/>
  <p:txStyles>
    <p:titleStyle>
      <a:lvl1pPr algn="l" defTabSz="914400" rtl="0" eaLnBrk="1" latinLnBrk="0" hangingPunct="1">
        <a:lnSpc>
          <a:spcPct val="90000"/>
        </a:lnSpc>
        <a:spcBef>
          <a:spcPct val="0"/>
        </a:spcBef>
        <a:buNone/>
        <a:defRPr sz="4400" kern="1200">
          <a:solidFill>
            <a:schemeClr val="tx1"/>
          </a:solidFill>
          <a:latin typeface="Sagona" panose="02010004040101010103"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agona" panose="02010004040101010103"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agona" panose="02010004040101010103"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agona" panose="02010004040101010103"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gona" panose="02010004040101010103"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gona" panose="02010004040101010103"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6" Type="http://schemas.openxmlformats.org/officeDocument/2006/relationships/hyperlink" Target="http://www.ankitdeshmukh.com/" TargetMode="External"/><Relationship Id="rId5" Type="http://schemas.openxmlformats.org/officeDocument/2006/relationships/hyperlink" Target="mailto:ankit.deshmukh@sot.pdpu.ac.in" TargetMode="Externa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mailto:ankit.deshmukh@sot.pdpu.ac.in" TargetMode="Externa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hyperlink" Target="https://medium.com/@jainpalak9509/breakdown-simplify-ai-ml-nlp-deep-learning-computer-vision-c76cd982f1e4" TargetMode="External"/><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 Id="rId4" Type="http://schemas.openxmlformats.org/officeDocument/2006/relationships/hyperlink" Target="https://educationaltechnology.net/blooms-taxonomy/"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hyperlink" Target="https://r4ds.hadley.nz/" TargetMode="Externa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hyperlink" Target="https://1drv.ms/f/s!AhkMSf-s9DI5mbFJP8WeddpRXVKCUQ?e=tV7CXf"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6702A1F4-D268-A1B4-2BC7-A903F04F8F09}"/>
              </a:ext>
            </a:extLst>
          </p:cNvPr>
          <p:cNvPicPr>
            <a:picLocks noChangeAspect="1"/>
          </p:cNvPicPr>
          <p:nvPr/>
        </p:nvPicPr>
        <p:blipFill>
          <a:blip r:embed="rId2"/>
          <a:stretch>
            <a:fillRect/>
          </a:stretch>
        </p:blipFill>
        <p:spPr>
          <a:xfrm>
            <a:off x="0" y="0"/>
            <a:ext cx="12192000" cy="6858000"/>
          </a:xfrm>
          <a:prstGeom prst="rect">
            <a:avLst/>
          </a:prstGeom>
        </p:spPr>
      </p:pic>
      <p:pic>
        <p:nvPicPr>
          <p:cNvPr id="6" name="Picture 5" descr="Logo&#10;&#10;Description automatically generated">
            <a:extLst>
              <a:ext uri="{FF2B5EF4-FFF2-40B4-BE49-F238E27FC236}">
                <a16:creationId xmlns:a16="http://schemas.microsoft.com/office/drawing/2014/main" id="{F7423B9A-B529-89B7-34B0-CF6232C2E362}"/>
              </a:ext>
            </a:extLst>
          </p:cNvPr>
          <p:cNvPicPr>
            <a:picLocks noChangeAspect="1"/>
          </p:cNvPicPr>
          <p:nvPr/>
        </p:nvPicPr>
        <p:blipFill>
          <a:blip r:embed="rId3"/>
          <a:stretch>
            <a:fillRect/>
          </a:stretch>
        </p:blipFill>
        <p:spPr>
          <a:xfrm>
            <a:off x="10370063" y="131415"/>
            <a:ext cx="734847" cy="739854"/>
          </a:xfrm>
          <a:prstGeom prst="rect">
            <a:avLst/>
          </a:prstGeom>
        </p:spPr>
      </p:pic>
      <p:pic>
        <p:nvPicPr>
          <p:cNvPr id="8" name="Picture 7" descr="Logo&#10;&#10;Description automatically generated">
            <a:extLst>
              <a:ext uri="{FF2B5EF4-FFF2-40B4-BE49-F238E27FC236}">
                <a16:creationId xmlns:a16="http://schemas.microsoft.com/office/drawing/2014/main" id="{3F61A765-1176-D22A-7EE6-9EFA4142332D}"/>
              </a:ext>
            </a:extLst>
          </p:cNvPr>
          <p:cNvPicPr>
            <a:picLocks noChangeAspect="1"/>
          </p:cNvPicPr>
          <p:nvPr/>
        </p:nvPicPr>
        <p:blipFill>
          <a:blip r:embed="rId4"/>
          <a:stretch>
            <a:fillRect/>
          </a:stretch>
        </p:blipFill>
        <p:spPr>
          <a:xfrm>
            <a:off x="11297435" y="131414"/>
            <a:ext cx="734847" cy="734847"/>
          </a:xfrm>
          <a:prstGeom prst="roundRect">
            <a:avLst>
              <a:gd name="adj" fmla="val 4779"/>
            </a:avLst>
          </a:prstGeom>
          <a:ln w="190500" cap="rnd">
            <a:noFill/>
            <a:prstDash val="solid"/>
          </a:ln>
          <a:effectLst/>
        </p:spPr>
      </p:pic>
      <p:sp>
        <p:nvSpPr>
          <p:cNvPr id="5" name="Rectangle 4">
            <a:extLst>
              <a:ext uri="{FF2B5EF4-FFF2-40B4-BE49-F238E27FC236}">
                <a16:creationId xmlns:a16="http://schemas.microsoft.com/office/drawing/2014/main" id="{2A9B9C7D-0202-64C4-20E3-3EC10AC396AB}"/>
              </a:ext>
            </a:extLst>
          </p:cNvPr>
          <p:cNvSpPr/>
          <p:nvPr/>
        </p:nvSpPr>
        <p:spPr>
          <a:xfrm>
            <a:off x="655607" y="3709358"/>
            <a:ext cx="6059517" cy="2053087"/>
          </a:xfrm>
          <a:prstGeom prst="rect">
            <a:avLst/>
          </a:prstGeom>
          <a:solidFill>
            <a:srgbClr val="1F21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stomShape 10">
            <a:extLst>
              <a:ext uri="{FF2B5EF4-FFF2-40B4-BE49-F238E27FC236}">
                <a16:creationId xmlns:a16="http://schemas.microsoft.com/office/drawing/2014/main" id="{9613B5BC-FA06-8E5B-1E9B-68927E2D901B}"/>
              </a:ext>
            </a:extLst>
          </p:cNvPr>
          <p:cNvSpPr/>
          <p:nvPr/>
        </p:nvSpPr>
        <p:spPr>
          <a:xfrm>
            <a:off x="805127" y="4298741"/>
            <a:ext cx="5741362" cy="1143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oAutofit/>
          </a:bodyPr>
          <a:lstStyle/>
          <a:p>
            <a:r>
              <a:rPr lang="en-US" sz="2400" b="1" strike="noStrike" spc="-1" dirty="0">
                <a:solidFill>
                  <a:srgbClr val="D6C094"/>
                </a:solidFill>
                <a:uFillTx/>
                <a:latin typeface="Roboto" panose="02000000000000000000" pitchFamily="2" charset="0"/>
                <a:ea typeface="Roboto" panose="02000000000000000000" pitchFamily="2" charset="0"/>
              </a:rPr>
              <a:t>Dr. Ankit Deshmukh</a:t>
            </a:r>
            <a:endParaRPr lang="en-US" sz="2400" b="0" strike="noStrike" spc="-1" dirty="0">
              <a:solidFill>
                <a:srgbClr val="D6C094"/>
              </a:solidFill>
              <a:latin typeface="Roboto" panose="02000000000000000000" pitchFamily="2" charset="0"/>
              <a:ea typeface="Roboto" panose="02000000000000000000" pitchFamily="2" charset="0"/>
            </a:endParaRPr>
          </a:p>
          <a:p>
            <a:r>
              <a:rPr lang="en-US" sz="1400" b="0" strike="noStrike" spc="-1" dirty="0">
                <a:solidFill>
                  <a:srgbClr val="D6C094"/>
                </a:solidFill>
                <a:latin typeface="Roboto" panose="02000000000000000000" pitchFamily="2" charset="0"/>
                <a:ea typeface="Roboto" panose="02000000000000000000" pitchFamily="2" charset="0"/>
              </a:rPr>
              <a:t>Department of Civil Engineering</a:t>
            </a:r>
          </a:p>
          <a:p>
            <a:r>
              <a:rPr lang="en-US" sz="1400" spc="-1" dirty="0" err="1">
                <a:solidFill>
                  <a:srgbClr val="D6C094"/>
                </a:solidFill>
                <a:latin typeface="Roboto" panose="02000000000000000000" pitchFamily="2" charset="0"/>
                <a:ea typeface="Roboto" panose="02000000000000000000" pitchFamily="2" charset="0"/>
              </a:rPr>
              <a:t>SoT</a:t>
            </a:r>
            <a:r>
              <a:rPr lang="en-US" sz="1400" spc="-1" dirty="0">
                <a:solidFill>
                  <a:srgbClr val="D6C094"/>
                </a:solidFill>
                <a:latin typeface="Roboto" panose="02000000000000000000" pitchFamily="2" charset="0"/>
                <a:ea typeface="Roboto" panose="02000000000000000000" pitchFamily="2" charset="0"/>
              </a:rPr>
              <a:t>,  Pandit Deendayal Energy University</a:t>
            </a:r>
          </a:p>
          <a:p>
            <a:endParaRPr lang="en-US" sz="1400" b="0" strike="noStrike" spc="-1" dirty="0">
              <a:solidFill>
                <a:srgbClr val="AD5C4D"/>
              </a:solidFill>
              <a:latin typeface="Roboto" panose="02000000000000000000" pitchFamily="2" charset="0"/>
              <a:ea typeface="Roboto" panose="02000000000000000000" pitchFamily="2" charset="0"/>
              <a:hlinkClick r:id="rId5">
                <a:extLst>
                  <a:ext uri="{A12FA001-AC4F-418D-AE19-62706E023703}">
                    <ahyp:hlinkClr xmlns:ahyp="http://schemas.microsoft.com/office/drawing/2018/hyperlinkcolor" val="tx"/>
                  </a:ext>
                </a:extLst>
              </a:hlinkClick>
            </a:endParaRPr>
          </a:p>
          <a:p>
            <a:r>
              <a:rPr lang="en-US" sz="1400" b="0" strike="noStrike" spc="-1" dirty="0">
                <a:solidFill>
                  <a:srgbClr val="AD5C4D"/>
                </a:solidFill>
                <a:latin typeface="Roboto" panose="02000000000000000000" pitchFamily="2" charset="0"/>
                <a:ea typeface="Roboto" panose="02000000000000000000" pitchFamily="2" charset="0"/>
                <a:hlinkClick r:id="rId5">
                  <a:extLst>
                    <a:ext uri="{A12FA001-AC4F-418D-AE19-62706E023703}">
                      <ahyp:hlinkClr xmlns:ahyp="http://schemas.microsoft.com/office/drawing/2018/hyperlinkcolor" val="tx"/>
                    </a:ext>
                  </a:extLst>
                </a:hlinkClick>
              </a:rPr>
              <a:t>ankit.deshmukh@sot.pdpu.ac.in</a:t>
            </a:r>
            <a:r>
              <a:rPr lang="en-US" sz="1400" b="0" strike="noStrike" spc="-1" dirty="0">
                <a:solidFill>
                  <a:srgbClr val="AD5C4D"/>
                </a:solidFill>
                <a:latin typeface="Roboto" panose="02000000000000000000" pitchFamily="2" charset="0"/>
                <a:ea typeface="Roboto" panose="02000000000000000000" pitchFamily="2" charset="0"/>
              </a:rPr>
              <a:t> </a:t>
            </a:r>
          </a:p>
          <a:p>
            <a:r>
              <a:rPr lang="en-US" sz="1400" spc="-1" dirty="0">
                <a:solidFill>
                  <a:srgbClr val="AD5C4D"/>
                </a:solidFill>
                <a:latin typeface="Roboto" panose="02000000000000000000" pitchFamily="2" charset="0"/>
                <a:ea typeface="Roboto" panose="02000000000000000000" pitchFamily="2" charset="0"/>
                <a:hlinkClick r:id="rId6">
                  <a:extLst>
                    <a:ext uri="{A12FA001-AC4F-418D-AE19-62706E023703}">
                      <ahyp:hlinkClr xmlns:ahyp="http://schemas.microsoft.com/office/drawing/2018/hyperlinkcolor" val="tx"/>
                    </a:ext>
                  </a:extLst>
                </a:hlinkClick>
              </a:rPr>
              <a:t>www.ankitdeshmukh.com</a:t>
            </a:r>
            <a:r>
              <a:rPr lang="en-US" sz="1400" spc="-1" dirty="0">
                <a:solidFill>
                  <a:srgbClr val="AD5C4D"/>
                </a:solidFill>
                <a:latin typeface="Roboto" panose="02000000000000000000" pitchFamily="2" charset="0"/>
                <a:ea typeface="Roboto" panose="02000000000000000000" pitchFamily="2" charset="0"/>
              </a:rPr>
              <a:t> </a:t>
            </a:r>
            <a:endParaRPr lang="en-US" sz="1400" b="0" strike="noStrike" spc="-1" dirty="0">
              <a:solidFill>
                <a:srgbClr val="AD5C4D"/>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8951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62DF29B-9400-73B6-4952-BE510931E5E6}"/>
              </a:ext>
            </a:extLst>
          </p:cNvPr>
          <p:cNvSpPr/>
          <p:nvPr/>
        </p:nvSpPr>
        <p:spPr>
          <a:xfrm>
            <a:off x="8912468" y="-1"/>
            <a:ext cx="3281818" cy="6858000"/>
          </a:xfrm>
          <a:prstGeom prst="rect">
            <a:avLst/>
          </a:prstGeom>
          <a:solidFill>
            <a:srgbClr val="FFF4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3D2CC44-6495-5E9D-1AD7-83C4F52128D6}"/>
              </a:ext>
            </a:extLst>
          </p:cNvPr>
          <p:cNvSpPr/>
          <p:nvPr/>
        </p:nvSpPr>
        <p:spPr>
          <a:xfrm>
            <a:off x="0" y="1"/>
            <a:ext cx="8902460" cy="6858000"/>
          </a:xfrm>
          <a:prstGeom prst="rect">
            <a:avLst/>
          </a:prstGeom>
          <a:solidFill>
            <a:srgbClr val="D1D8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DF80F43D-4320-25F1-99E1-269D6810BF9B}"/>
              </a:ext>
            </a:extLst>
          </p:cNvPr>
          <p:cNvSpPr>
            <a:spLocks noGrp="1"/>
          </p:cNvSpPr>
          <p:nvPr>
            <p:ph type="ftr" sz="quarter" idx="11"/>
          </p:nvPr>
        </p:nvSpPr>
        <p:spPr/>
        <p:txBody>
          <a:bodyPr/>
          <a:lstStyle/>
          <a:p>
            <a:r>
              <a:rPr lang="en-US"/>
              <a:t>Pandit Deendayal Energy University - SOT</a:t>
            </a:r>
            <a:endParaRPr lang="en-US" dirty="0"/>
          </a:p>
        </p:txBody>
      </p:sp>
      <p:sp>
        <p:nvSpPr>
          <p:cNvPr id="3" name="Slide Number Placeholder 2">
            <a:extLst>
              <a:ext uri="{FF2B5EF4-FFF2-40B4-BE49-F238E27FC236}">
                <a16:creationId xmlns:a16="http://schemas.microsoft.com/office/drawing/2014/main" id="{73F45CA8-79B8-5BAF-D048-3EDE646D4485}"/>
              </a:ext>
            </a:extLst>
          </p:cNvPr>
          <p:cNvSpPr>
            <a:spLocks noGrp="1"/>
          </p:cNvSpPr>
          <p:nvPr>
            <p:ph type="sldNum" sz="quarter" idx="12"/>
          </p:nvPr>
        </p:nvSpPr>
        <p:spPr/>
        <p:txBody>
          <a:bodyPr/>
          <a:lstStyle/>
          <a:p>
            <a:fld id="{58FB4751-880F-D840-AAA9-3A15815CC996}" type="slidenum">
              <a:rPr lang="en-US" smtClean="0"/>
              <a:pPr/>
              <a:t>2</a:t>
            </a:fld>
            <a:endParaRPr lang="en-US" dirty="0"/>
          </a:p>
        </p:txBody>
      </p:sp>
      <p:sp>
        <p:nvSpPr>
          <p:cNvPr id="4" name="Title 3">
            <a:extLst>
              <a:ext uri="{FF2B5EF4-FFF2-40B4-BE49-F238E27FC236}">
                <a16:creationId xmlns:a16="http://schemas.microsoft.com/office/drawing/2014/main" id="{7A01C6B7-2087-3F9C-EC36-657CFFED595E}"/>
              </a:ext>
            </a:extLst>
          </p:cNvPr>
          <p:cNvSpPr>
            <a:spLocks noGrp="1"/>
          </p:cNvSpPr>
          <p:nvPr>
            <p:ph type="title"/>
          </p:nvPr>
        </p:nvSpPr>
        <p:spPr>
          <a:xfrm>
            <a:off x="320510" y="311085"/>
            <a:ext cx="8475371" cy="501715"/>
          </a:xfrm>
        </p:spPr>
        <p:txBody>
          <a:bodyPr/>
          <a:lstStyle/>
          <a:p>
            <a:r>
              <a:rPr lang="de-DE" dirty="0"/>
              <a:t>Hi, I am Ankit Deshmukh!</a:t>
            </a:r>
            <a:endParaRPr lang="en-US" dirty="0"/>
          </a:p>
        </p:txBody>
      </p:sp>
      <p:sp>
        <p:nvSpPr>
          <p:cNvPr id="5" name="Content Placeholder 4">
            <a:extLst>
              <a:ext uri="{FF2B5EF4-FFF2-40B4-BE49-F238E27FC236}">
                <a16:creationId xmlns:a16="http://schemas.microsoft.com/office/drawing/2014/main" id="{B0FEF038-F0CE-4E26-43A8-02FE6EE95F63}"/>
              </a:ext>
            </a:extLst>
          </p:cNvPr>
          <p:cNvSpPr>
            <a:spLocks noGrp="1"/>
          </p:cNvSpPr>
          <p:nvPr>
            <p:ph sz="quarter" idx="13"/>
          </p:nvPr>
        </p:nvSpPr>
        <p:spPr>
          <a:xfrm>
            <a:off x="320675" y="951345"/>
            <a:ext cx="8452389" cy="5516634"/>
          </a:xfrm>
        </p:spPr>
        <p:txBody>
          <a:bodyPr>
            <a:normAutofit/>
          </a:bodyPr>
          <a:lstStyle/>
          <a:p>
            <a:r>
              <a:rPr lang="en-IN" b="1" dirty="0"/>
              <a:t>Hydrology &amp; Water Resources Engineer</a:t>
            </a:r>
          </a:p>
          <a:p>
            <a:pPr marL="342900" indent="-342900">
              <a:spcBef>
                <a:spcPts val="200"/>
              </a:spcBef>
              <a:buFont typeface="Sagona" panose="02010004040101010103" pitchFamily="2" charset="0"/>
              <a:buChar char="›"/>
            </a:pPr>
            <a:r>
              <a:rPr lang="en-IN" sz="1600" dirty="0"/>
              <a:t>Ph.D. (IIT Hyderabad) – Climate Vulnerability &amp; Catchment </a:t>
            </a:r>
            <a:r>
              <a:rPr lang="en-IN" sz="1600" dirty="0" err="1"/>
              <a:t>Modeling</a:t>
            </a:r>
            <a:endParaRPr lang="en-IN" sz="1100" dirty="0"/>
          </a:p>
          <a:p>
            <a:pPr marL="342900" indent="-342900">
              <a:spcBef>
                <a:spcPts val="200"/>
              </a:spcBef>
              <a:buFont typeface="Sagona" panose="02010004040101010103" pitchFamily="2" charset="0"/>
              <a:buChar char="›"/>
            </a:pPr>
            <a:r>
              <a:rPr lang="en-IN" sz="1600" dirty="0"/>
              <a:t>Data Science | Python/R | Statistical Analysis</a:t>
            </a:r>
            <a:endParaRPr lang="en-IN" sz="1100" dirty="0"/>
          </a:p>
          <a:p>
            <a:pPr marL="342900" indent="-342900">
              <a:spcBef>
                <a:spcPts val="200"/>
              </a:spcBef>
              <a:buFont typeface="Sagona" panose="02010004040101010103" pitchFamily="2" charset="0"/>
              <a:buChar char="›"/>
            </a:pPr>
            <a:r>
              <a:rPr lang="en-IN" sz="1600" dirty="0"/>
              <a:t>Climate Risk Assessment &amp; Adaptation Strategies</a:t>
            </a:r>
            <a:endParaRPr lang="en-IN" sz="1100" dirty="0"/>
          </a:p>
          <a:p>
            <a:pPr marL="342900" indent="-342900">
              <a:spcBef>
                <a:spcPts val="200"/>
              </a:spcBef>
              <a:buFont typeface="Sagona" panose="02010004040101010103" pitchFamily="2" charset="0"/>
              <a:buChar char="›"/>
            </a:pPr>
            <a:r>
              <a:rPr lang="en-IN" sz="1600" dirty="0"/>
              <a:t>Generative Art and Wood working </a:t>
            </a:r>
            <a:endParaRPr lang="en-US" sz="1400" dirty="0"/>
          </a:p>
        </p:txBody>
      </p:sp>
      <p:sp>
        <p:nvSpPr>
          <p:cNvPr id="11" name="CustomShape 6">
            <a:extLst>
              <a:ext uri="{FF2B5EF4-FFF2-40B4-BE49-F238E27FC236}">
                <a16:creationId xmlns:a16="http://schemas.microsoft.com/office/drawing/2014/main" id="{3BAAB17B-0906-4E0B-B803-5A2C7C013D23}"/>
              </a:ext>
            </a:extLst>
          </p:cNvPr>
          <p:cNvSpPr/>
          <p:nvPr/>
        </p:nvSpPr>
        <p:spPr>
          <a:xfrm>
            <a:off x="8994238" y="123390"/>
            <a:ext cx="3083461" cy="829543"/>
          </a:xfrm>
          <a:prstGeom prst="rect">
            <a:avLst/>
          </a:prstGeom>
          <a:noFill/>
          <a:ln w="19050">
            <a:solidFill>
              <a:srgbClr val="AD5C4D"/>
            </a:solid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IN" sz="1200" b="1" strike="noStrike" spc="-1" dirty="0">
                <a:solidFill>
                  <a:schemeClr val="accent6">
                    <a:lumMod val="25000"/>
                  </a:schemeClr>
                </a:solidFill>
                <a:latin typeface="Sagona" panose="02010004040101010103" pitchFamily="2" charset="0"/>
                <a:ea typeface="Karla" pitchFamily="2" charset="0"/>
              </a:rPr>
              <a:t>Office hours: Tue</a:t>
            </a:r>
            <a:r>
              <a:rPr lang="en-IN" sz="1200" b="1" i="1" spc="-1" dirty="0">
                <a:solidFill>
                  <a:schemeClr val="accent6">
                    <a:lumMod val="25000"/>
                  </a:schemeClr>
                </a:solidFill>
                <a:latin typeface="Sagona" panose="02010004040101010103" pitchFamily="2" charset="0"/>
                <a:ea typeface="Karla" pitchFamily="2" charset="0"/>
              </a:rPr>
              <a:t>14:00</a:t>
            </a:r>
            <a:r>
              <a:rPr lang="en-IN" sz="1200" b="1" i="1" strike="noStrike" spc="-1" dirty="0">
                <a:solidFill>
                  <a:schemeClr val="accent6">
                    <a:lumMod val="25000"/>
                  </a:schemeClr>
                </a:solidFill>
                <a:latin typeface="Sagona" panose="02010004040101010103" pitchFamily="2" charset="0"/>
                <a:ea typeface="Karla" pitchFamily="2" charset="0"/>
              </a:rPr>
              <a:t> to 1</a:t>
            </a:r>
            <a:r>
              <a:rPr lang="en-IN" sz="1200" b="1" i="1" spc="-1" dirty="0">
                <a:solidFill>
                  <a:schemeClr val="accent6">
                    <a:lumMod val="25000"/>
                  </a:schemeClr>
                </a:solidFill>
                <a:latin typeface="Sagona" panose="02010004040101010103" pitchFamily="2" charset="0"/>
                <a:ea typeface="Karla" pitchFamily="2" charset="0"/>
              </a:rPr>
              <a:t>6</a:t>
            </a:r>
            <a:r>
              <a:rPr lang="en-IN" sz="1200" b="1" i="1" strike="noStrike" spc="-1" dirty="0">
                <a:solidFill>
                  <a:schemeClr val="accent6">
                    <a:lumMod val="25000"/>
                  </a:schemeClr>
                </a:solidFill>
                <a:latin typeface="Sagona" panose="02010004040101010103" pitchFamily="2" charset="0"/>
                <a:ea typeface="Karla" pitchFamily="2" charset="0"/>
              </a:rPr>
              <a:t>:00</a:t>
            </a:r>
            <a:endParaRPr lang="en-US" sz="1200" b="1" i="1" strike="noStrike" spc="-1" dirty="0">
              <a:solidFill>
                <a:schemeClr val="accent6">
                  <a:lumMod val="25000"/>
                </a:schemeClr>
              </a:solidFill>
              <a:latin typeface="Sagona" panose="02010004040101010103" pitchFamily="2" charset="0"/>
              <a:ea typeface="Karla" pitchFamily="2" charset="0"/>
            </a:endParaRPr>
          </a:p>
          <a:p>
            <a:pPr marL="171450" indent="-171450">
              <a:lnSpc>
                <a:spcPct val="100000"/>
              </a:lnSpc>
              <a:buFont typeface="Arial" panose="020B0604020202020204" pitchFamily="34" charset="0"/>
              <a:buChar char="•"/>
            </a:pPr>
            <a:r>
              <a:rPr lang="en-IN" sz="1200" b="0" u="sng" strike="noStrike" spc="-1" dirty="0">
                <a:solidFill>
                  <a:schemeClr val="accent6">
                    <a:lumMod val="25000"/>
                  </a:schemeClr>
                </a:solidFill>
                <a:uFillTx/>
                <a:latin typeface="Sagona" panose="02010004040101010103" pitchFamily="2" charset="0"/>
                <a:ea typeface="Karla" pitchFamily="2" charset="0"/>
                <a:hlinkClick r:id="rId2">
                  <a:extLst>
                    <a:ext uri="{A12FA001-AC4F-418D-AE19-62706E023703}">
                      <ahyp:hlinkClr xmlns:ahyp="http://schemas.microsoft.com/office/drawing/2018/hyperlinkcolor" val="tx"/>
                    </a:ext>
                  </a:extLst>
                </a:hlinkClick>
              </a:rPr>
              <a:t>ankit.deshmukh@sot.pdpu.ac.in</a:t>
            </a:r>
            <a:r>
              <a:rPr lang="en-IN" sz="1200" b="0" u="sng" strike="noStrike" spc="-1" dirty="0">
                <a:solidFill>
                  <a:schemeClr val="accent6">
                    <a:lumMod val="25000"/>
                  </a:schemeClr>
                </a:solidFill>
                <a:uFillTx/>
                <a:latin typeface="Sagona" panose="02010004040101010103" pitchFamily="2" charset="0"/>
                <a:ea typeface="Karla" pitchFamily="2" charset="0"/>
              </a:rPr>
              <a:t> </a:t>
            </a:r>
            <a:endParaRPr lang="en-US" sz="1200" b="0" strike="noStrike" spc="-1" dirty="0">
              <a:solidFill>
                <a:schemeClr val="accent6">
                  <a:lumMod val="25000"/>
                </a:schemeClr>
              </a:solidFill>
              <a:latin typeface="Sagona" panose="02010004040101010103" pitchFamily="2" charset="0"/>
              <a:ea typeface="Karla" pitchFamily="2" charset="0"/>
            </a:endParaRPr>
          </a:p>
          <a:p>
            <a:pPr marL="171450" indent="-171450">
              <a:lnSpc>
                <a:spcPct val="100000"/>
              </a:lnSpc>
              <a:buFont typeface="Arial" panose="020B0604020202020204" pitchFamily="34" charset="0"/>
              <a:buChar char="•"/>
            </a:pPr>
            <a:r>
              <a:rPr lang="en-IN" sz="1200" b="0" strike="noStrike" spc="-1" dirty="0">
                <a:solidFill>
                  <a:schemeClr val="accent6">
                    <a:lumMod val="25000"/>
                  </a:schemeClr>
                </a:solidFill>
                <a:latin typeface="Sagona" panose="02010004040101010103" pitchFamily="2" charset="0"/>
                <a:ea typeface="Karla" pitchFamily="2" charset="0"/>
              </a:rPr>
              <a:t>D-Block Cubical C-7</a:t>
            </a:r>
          </a:p>
          <a:p>
            <a:pPr marL="171450" indent="-171450">
              <a:buFont typeface="Arial" panose="020B0604020202020204" pitchFamily="34" charset="0"/>
              <a:buChar char="•"/>
            </a:pPr>
            <a:r>
              <a:rPr lang="en-IN" sz="1200" u="sng" spc="-1" dirty="0">
                <a:solidFill>
                  <a:schemeClr val="accent6">
                    <a:lumMod val="25000"/>
                  </a:schemeClr>
                </a:solidFill>
                <a:latin typeface="Sagona" panose="02010004040101010103" pitchFamily="2" charset="0"/>
                <a:ea typeface="Karla" pitchFamily="2" charset="0"/>
              </a:rPr>
              <a:t>ankitdeshmukh.com/ </a:t>
            </a:r>
            <a:endParaRPr lang="en-US" sz="1200" b="0" strike="noStrike" spc="-1" dirty="0">
              <a:solidFill>
                <a:schemeClr val="accent6">
                  <a:lumMod val="25000"/>
                </a:schemeClr>
              </a:solidFill>
              <a:latin typeface="Sagona" panose="02010004040101010103" pitchFamily="2" charset="0"/>
              <a:ea typeface="Karla" pitchFamily="2" charset="0"/>
            </a:endParaRPr>
          </a:p>
        </p:txBody>
      </p:sp>
      <p:pic>
        <p:nvPicPr>
          <p:cNvPr id="8" name="Picture 7">
            <a:extLst>
              <a:ext uri="{FF2B5EF4-FFF2-40B4-BE49-F238E27FC236}">
                <a16:creationId xmlns:a16="http://schemas.microsoft.com/office/drawing/2014/main" id="{337950B8-19D9-C06B-60B0-DB416AFEDB5B}"/>
              </a:ext>
            </a:extLst>
          </p:cNvPr>
          <p:cNvPicPr>
            <a:picLocks noChangeAspect="1"/>
          </p:cNvPicPr>
          <p:nvPr/>
        </p:nvPicPr>
        <p:blipFill>
          <a:blip r:embed="rId3"/>
          <a:stretch>
            <a:fillRect/>
          </a:stretch>
        </p:blipFill>
        <p:spPr>
          <a:xfrm>
            <a:off x="330683" y="2588117"/>
            <a:ext cx="8452389" cy="3741590"/>
          </a:xfrm>
          <a:prstGeom prst="roundRect">
            <a:avLst>
              <a:gd name="adj" fmla="val 205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Rectangle 11">
            <a:extLst>
              <a:ext uri="{FF2B5EF4-FFF2-40B4-BE49-F238E27FC236}">
                <a16:creationId xmlns:a16="http://schemas.microsoft.com/office/drawing/2014/main" id="{913C86C4-0AB2-8058-DC70-5308C7D4D25B}"/>
              </a:ext>
            </a:extLst>
          </p:cNvPr>
          <p:cNvSpPr/>
          <p:nvPr/>
        </p:nvSpPr>
        <p:spPr>
          <a:xfrm>
            <a:off x="6939360" y="3846137"/>
            <a:ext cx="1811128" cy="266700"/>
          </a:xfrm>
          <a:prstGeom prst="rect">
            <a:avLst/>
          </a:prstGeom>
          <a:solidFill>
            <a:srgbClr val="041D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Sagona Book" panose="02020503050505020204" pitchFamily="18" charset="0"/>
              </a:rPr>
              <a:t>Office Hours</a:t>
            </a:r>
          </a:p>
        </p:txBody>
      </p:sp>
      <p:sp>
        <p:nvSpPr>
          <p:cNvPr id="13" name="CustomShape 6">
            <a:extLst>
              <a:ext uri="{FF2B5EF4-FFF2-40B4-BE49-F238E27FC236}">
                <a16:creationId xmlns:a16="http://schemas.microsoft.com/office/drawing/2014/main" id="{0A00A00E-467D-D951-7DD6-110C3CFC8309}"/>
              </a:ext>
            </a:extLst>
          </p:cNvPr>
          <p:cNvSpPr/>
          <p:nvPr/>
        </p:nvSpPr>
        <p:spPr>
          <a:xfrm>
            <a:off x="8994238" y="1135897"/>
            <a:ext cx="3083461" cy="1568206"/>
          </a:xfrm>
          <a:prstGeom prst="rect">
            <a:avLst/>
          </a:prstGeom>
          <a:noFill/>
          <a:ln w="19050">
            <a:solidFill>
              <a:srgbClr val="AD5C4D"/>
            </a:solid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200" b="1" spc="-1" dirty="0">
                <a:solidFill>
                  <a:schemeClr val="accent6">
                    <a:lumMod val="25000"/>
                  </a:schemeClr>
                </a:solidFill>
                <a:latin typeface="Sagona Book" panose="02020503050505020204" pitchFamily="18" charset="0"/>
              </a:rPr>
              <a:t>Official Communication Policy</a:t>
            </a:r>
          </a:p>
          <a:p>
            <a:pPr marL="171450" indent="-171450">
              <a:lnSpc>
                <a:spcPct val="100000"/>
              </a:lnSpc>
              <a:buFont typeface="Arial" panose="020B0604020202020204" pitchFamily="34" charset="0"/>
              <a:buChar char="•"/>
            </a:pPr>
            <a:r>
              <a:rPr lang="en-US" sz="1200" dirty="0">
                <a:latin typeface="Sagona Book" panose="02020503050505020204" pitchFamily="18" charset="0"/>
              </a:rPr>
              <a:t>Email is the only official mode of communication for this course.</a:t>
            </a:r>
          </a:p>
          <a:p>
            <a:pPr marL="171450" indent="-171450">
              <a:lnSpc>
                <a:spcPct val="100000"/>
              </a:lnSpc>
              <a:buFont typeface="Arial" panose="020B0604020202020204" pitchFamily="34" charset="0"/>
              <a:buChar char="•"/>
            </a:pPr>
            <a:r>
              <a:rPr lang="en-US" sz="1200" dirty="0">
                <a:latin typeface="Sagona Book" panose="02020503050505020204" pitchFamily="18" charset="0"/>
              </a:rPr>
              <a:t>Calls and WhatsApp will not be considered official communication channels.</a:t>
            </a:r>
          </a:p>
          <a:p>
            <a:pPr marL="171450" indent="-171450">
              <a:lnSpc>
                <a:spcPct val="100000"/>
              </a:lnSpc>
              <a:buFont typeface="Arial" panose="020B0604020202020204" pitchFamily="34" charset="0"/>
              <a:buChar char="•"/>
            </a:pPr>
            <a:r>
              <a:rPr lang="en-US" sz="1200" dirty="0">
                <a:latin typeface="Sagona Book" panose="02020503050505020204" pitchFamily="18" charset="0"/>
              </a:rPr>
              <a:t>Students are responsible for checking their university email regularly</a:t>
            </a:r>
            <a:endParaRPr lang="en-US" sz="1200" spc="-1" dirty="0">
              <a:solidFill>
                <a:schemeClr val="accent6">
                  <a:lumMod val="25000"/>
                </a:schemeClr>
              </a:solidFill>
              <a:latin typeface="Sagona Book" panose="02020503050505020204" pitchFamily="18" charset="0"/>
            </a:endParaRPr>
          </a:p>
        </p:txBody>
      </p:sp>
      <p:sp>
        <p:nvSpPr>
          <p:cNvPr id="14" name="CustomShape 6">
            <a:extLst>
              <a:ext uri="{FF2B5EF4-FFF2-40B4-BE49-F238E27FC236}">
                <a16:creationId xmlns:a16="http://schemas.microsoft.com/office/drawing/2014/main" id="{9D880638-FA16-500A-F8B0-52194121127E}"/>
              </a:ext>
            </a:extLst>
          </p:cNvPr>
          <p:cNvSpPr/>
          <p:nvPr/>
        </p:nvSpPr>
        <p:spPr>
          <a:xfrm>
            <a:off x="9009360" y="2887067"/>
            <a:ext cx="3083461" cy="1198875"/>
          </a:xfrm>
          <a:prstGeom prst="rect">
            <a:avLst/>
          </a:prstGeom>
          <a:noFill/>
          <a:ln w="19050">
            <a:solidFill>
              <a:srgbClr val="AD5C4D"/>
            </a:solid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200" b="1" spc="-1" dirty="0">
                <a:solidFill>
                  <a:schemeClr val="accent6">
                    <a:lumMod val="25000"/>
                  </a:schemeClr>
                </a:solidFill>
                <a:latin typeface="Sagona Book" panose="02020503050505020204" pitchFamily="18" charset="0"/>
              </a:rPr>
              <a:t>Email Communication Guidelines</a:t>
            </a:r>
          </a:p>
          <a:p>
            <a:pPr marL="171450" indent="-171450">
              <a:lnSpc>
                <a:spcPct val="100000"/>
              </a:lnSpc>
              <a:buFont typeface="Arial" panose="020B0604020202020204" pitchFamily="34" charset="0"/>
              <a:buChar char="•"/>
            </a:pPr>
            <a:r>
              <a:rPr lang="en-US" sz="1200" dirty="0">
                <a:latin typeface="Sagona Book" panose="02020503050505020204" pitchFamily="18" charset="0"/>
              </a:rPr>
              <a:t>Use a clear subject line.</a:t>
            </a:r>
          </a:p>
          <a:p>
            <a:pPr marL="171450" indent="-171450">
              <a:lnSpc>
                <a:spcPct val="100000"/>
              </a:lnSpc>
              <a:buFont typeface="Arial" panose="020B0604020202020204" pitchFamily="34" charset="0"/>
              <a:buChar char="•"/>
            </a:pPr>
            <a:r>
              <a:rPr lang="en-US" sz="1200" dirty="0">
                <a:latin typeface="Sagona Book" panose="02020503050505020204" pitchFamily="18" charset="0"/>
              </a:rPr>
              <a:t>Maintain a professional format.</a:t>
            </a:r>
          </a:p>
          <a:p>
            <a:pPr marL="171450" indent="-171450">
              <a:lnSpc>
                <a:spcPct val="100000"/>
              </a:lnSpc>
              <a:buFont typeface="Arial" panose="020B0604020202020204" pitchFamily="34" charset="0"/>
              <a:buChar char="•"/>
            </a:pPr>
            <a:r>
              <a:rPr lang="en-US" sz="1200" dirty="0">
                <a:latin typeface="Sagona Book" panose="02020503050505020204" pitchFamily="18" charset="0"/>
              </a:rPr>
              <a:t>Write clearly and respectfully.</a:t>
            </a:r>
          </a:p>
          <a:p>
            <a:pPr marL="171450" indent="-171450">
              <a:lnSpc>
                <a:spcPct val="100000"/>
              </a:lnSpc>
              <a:buFont typeface="Arial" panose="020B0604020202020204" pitchFamily="34" charset="0"/>
              <a:buChar char="•"/>
            </a:pPr>
            <a:r>
              <a:rPr lang="en-US" sz="1200" dirty="0">
                <a:latin typeface="Sagona Book" panose="02020503050505020204" pitchFamily="18" charset="0"/>
              </a:rPr>
              <a:t>Send emails only from your official university email account.</a:t>
            </a:r>
            <a:endParaRPr lang="en-US" sz="1200" spc="-1" dirty="0">
              <a:solidFill>
                <a:schemeClr val="accent6">
                  <a:lumMod val="25000"/>
                </a:schemeClr>
              </a:solidFill>
              <a:latin typeface="Sagona Book" panose="02020503050505020204" pitchFamily="18" charset="0"/>
            </a:endParaRPr>
          </a:p>
        </p:txBody>
      </p:sp>
      <p:sp>
        <p:nvSpPr>
          <p:cNvPr id="15" name="CustomShape 6">
            <a:extLst>
              <a:ext uri="{FF2B5EF4-FFF2-40B4-BE49-F238E27FC236}">
                <a16:creationId xmlns:a16="http://schemas.microsoft.com/office/drawing/2014/main" id="{5137EFE8-FBB7-F618-E8CE-4764D1C48F80}"/>
              </a:ext>
            </a:extLst>
          </p:cNvPr>
          <p:cNvSpPr/>
          <p:nvPr/>
        </p:nvSpPr>
        <p:spPr>
          <a:xfrm>
            <a:off x="8994237" y="4259381"/>
            <a:ext cx="3083461" cy="1937538"/>
          </a:xfrm>
          <a:prstGeom prst="rect">
            <a:avLst/>
          </a:prstGeom>
          <a:noFill/>
          <a:ln w="19050">
            <a:solidFill>
              <a:srgbClr val="AD5C4D"/>
            </a:solid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1200" b="1" spc="-1" dirty="0">
                <a:solidFill>
                  <a:schemeClr val="accent6">
                    <a:lumMod val="25000"/>
                  </a:schemeClr>
                </a:solidFill>
                <a:latin typeface="Sagona Book" panose="02020503050505020204" pitchFamily="18" charset="0"/>
              </a:rPr>
              <a:t>Classroom Rules</a:t>
            </a:r>
          </a:p>
          <a:p>
            <a:pPr marL="171450" indent="-171450">
              <a:lnSpc>
                <a:spcPct val="100000"/>
              </a:lnSpc>
              <a:buFont typeface="Arial" panose="020B0604020202020204" pitchFamily="34" charset="0"/>
              <a:buChar char="•"/>
            </a:pPr>
            <a:r>
              <a:rPr lang="en-US" sz="1200" b="1" dirty="0">
                <a:latin typeface="Sagona Book" panose="02020503050505020204" pitchFamily="18" charset="0"/>
              </a:rPr>
              <a:t>Be on time: </a:t>
            </a:r>
            <a:r>
              <a:rPr lang="en-US" sz="1200" dirty="0">
                <a:latin typeface="Sagona Book" panose="02020503050505020204" pitchFamily="18" charset="0"/>
              </a:rPr>
              <a:t>Students arriving </a:t>
            </a:r>
            <a:r>
              <a:rPr lang="en-US" sz="1200" b="1" dirty="0">
                <a:solidFill>
                  <a:srgbClr val="C00000"/>
                </a:solidFill>
                <a:latin typeface="Sagona Book" panose="02020503050505020204" pitchFamily="18" charset="0"/>
              </a:rPr>
              <a:t>10 minutes</a:t>
            </a:r>
            <a:r>
              <a:rPr lang="en-US" sz="1200" dirty="0">
                <a:latin typeface="Sagona Book" panose="02020503050505020204" pitchFamily="18" charset="0"/>
              </a:rPr>
              <a:t> late will not receive attendance. </a:t>
            </a:r>
          </a:p>
          <a:p>
            <a:pPr marL="171450" indent="-171450">
              <a:lnSpc>
                <a:spcPct val="100000"/>
              </a:lnSpc>
              <a:buFont typeface="Arial" panose="020B0604020202020204" pitchFamily="34" charset="0"/>
              <a:buChar char="•"/>
            </a:pPr>
            <a:r>
              <a:rPr lang="en-US" sz="1200" b="1" dirty="0">
                <a:latin typeface="Sagona Book" panose="02020503050505020204" pitchFamily="18" charset="0"/>
              </a:rPr>
              <a:t>Silence your phone: </a:t>
            </a:r>
            <a:r>
              <a:rPr lang="en-US" sz="1200" dirty="0">
                <a:latin typeface="Sagona Book" panose="02020503050505020204" pitchFamily="18" charset="0"/>
              </a:rPr>
              <a:t>Keep mobile phones on silent mode. </a:t>
            </a:r>
          </a:p>
          <a:p>
            <a:pPr marL="171450" indent="-171450">
              <a:lnSpc>
                <a:spcPct val="100000"/>
              </a:lnSpc>
              <a:buFont typeface="Arial" panose="020B0604020202020204" pitchFamily="34" charset="0"/>
              <a:buChar char="•"/>
            </a:pPr>
            <a:r>
              <a:rPr lang="en-US" sz="1200" b="1" dirty="0">
                <a:latin typeface="Sagona Book" panose="02020503050505020204" pitchFamily="18" charset="0"/>
              </a:rPr>
              <a:t>Come prepared: </a:t>
            </a:r>
            <a:r>
              <a:rPr lang="en-US" sz="1200" dirty="0">
                <a:latin typeface="Sagona Book" panose="02020503050505020204" pitchFamily="18" charset="0"/>
              </a:rPr>
              <a:t>Bring your laptop or notebook to every class. </a:t>
            </a:r>
          </a:p>
          <a:p>
            <a:pPr marL="171450" indent="-171450">
              <a:lnSpc>
                <a:spcPct val="100000"/>
              </a:lnSpc>
              <a:buFont typeface="Arial" panose="020B0604020202020204" pitchFamily="34" charset="0"/>
              <a:buChar char="•"/>
            </a:pPr>
            <a:r>
              <a:rPr lang="en-US" sz="1200" b="1" dirty="0">
                <a:latin typeface="Sagona Book" panose="02020503050505020204" pitchFamily="18" charset="0"/>
              </a:rPr>
              <a:t>Stay engaged: </a:t>
            </a:r>
            <a:r>
              <a:rPr lang="en-US" sz="1200" dirty="0">
                <a:latin typeface="Sagona Book" panose="02020503050505020204" pitchFamily="18" charset="0"/>
              </a:rPr>
              <a:t>Take notes and actively participate in class.</a:t>
            </a:r>
          </a:p>
        </p:txBody>
      </p:sp>
    </p:spTree>
    <p:extLst>
      <p:ext uri="{BB962C8B-B14F-4D97-AF65-F5344CB8AC3E}">
        <p14:creationId xmlns:p14="http://schemas.microsoft.com/office/powerpoint/2010/main" val="4284879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0EFEDA4-B6AA-4337-25D5-7BBE929B3C86}"/>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Pandit Deendayal Energy University - SOT</a:t>
            </a:r>
          </a:p>
        </p:txBody>
      </p:sp>
      <p:sp>
        <p:nvSpPr>
          <p:cNvPr id="3" name="Slide Number Placeholder 2">
            <a:extLst>
              <a:ext uri="{FF2B5EF4-FFF2-40B4-BE49-F238E27FC236}">
                <a16:creationId xmlns:a16="http://schemas.microsoft.com/office/drawing/2014/main" id="{7354D017-DD9E-D83D-AF35-6BDCF921FAF4}"/>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58FB4751-880F-D840-AAA9-3A15815CC996}" type="slidenum">
              <a:rPr lang="en-US" smtClean="0"/>
              <a:pPr>
                <a:spcAft>
                  <a:spcPts val="600"/>
                </a:spcAft>
              </a:pPr>
              <a:t>3</a:t>
            </a:fld>
            <a:endParaRPr lang="en-US"/>
          </a:p>
        </p:txBody>
      </p:sp>
      <p:sp>
        <p:nvSpPr>
          <p:cNvPr id="4" name="Title 3">
            <a:extLst>
              <a:ext uri="{FF2B5EF4-FFF2-40B4-BE49-F238E27FC236}">
                <a16:creationId xmlns:a16="http://schemas.microsoft.com/office/drawing/2014/main" id="{6CACB356-B07A-AFB4-3E47-F1C333388EC3}"/>
              </a:ext>
            </a:extLst>
          </p:cNvPr>
          <p:cNvSpPr>
            <a:spLocks noGrp="1"/>
          </p:cNvSpPr>
          <p:nvPr>
            <p:ph type="title"/>
          </p:nvPr>
        </p:nvSpPr>
        <p:spPr>
          <a:xfrm>
            <a:off x="342989" y="291711"/>
            <a:ext cx="11526281" cy="676656"/>
          </a:xfrm>
        </p:spPr>
        <p:txBody>
          <a:bodyPr anchor="ctr">
            <a:normAutofit/>
          </a:bodyPr>
          <a:lstStyle/>
          <a:p>
            <a:r>
              <a:rPr lang="en-US" sz="3400" dirty="0"/>
              <a:t>Technological Revolutions That Changed Society</a:t>
            </a:r>
            <a:endParaRPr lang="en-IN" sz="3400" dirty="0"/>
          </a:p>
        </p:txBody>
      </p:sp>
      <p:pic>
        <p:nvPicPr>
          <p:cNvPr id="9" name="Picture 8">
            <a:extLst>
              <a:ext uri="{FF2B5EF4-FFF2-40B4-BE49-F238E27FC236}">
                <a16:creationId xmlns:a16="http://schemas.microsoft.com/office/drawing/2014/main" id="{3933FC36-F045-12A3-24B9-5B6EFD93B574}"/>
              </a:ext>
            </a:extLst>
          </p:cNvPr>
          <p:cNvPicPr>
            <a:picLocks noChangeAspect="1"/>
          </p:cNvPicPr>
          <p:nvPr/>
        </p:nvPicPr>
        <p:blipFill>
          <a:blip r:embed="rId2"/>
          <a:srcRect t="11503" b="7315"/>
          <a:stretch>
            <a:fillRect/>
          </a:stretch>
        </p:blipFill>
        <p:spPr>
          <a:xfrm>
            <a:off x="0" y="788894"/>
            <a:ext cx="12185522" cy="5567456"/>
          </a:xfrm>
          <a:prstGeom prst="rect">
            <a:avLst/>
          </a:prstGeom>
        </p:spPr>
      </p:pic>
    </p:spTree>
    <p:extLst>
      <p:ext uri="{BB962C8B-B14F-4D97-AF65-F5344CB8AC3E}">
        <p14:creationId xmlns:p14="http://schemas.microsoft.com/office/powerpoint/2010/main" val="3234132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E5AB0127-9FBE-B6BE-9463-F9DDBB8098C7}"/>
              </a:ext>
            </a:extLst>
          </p:cNvPr>
          <p:cNvSpPr>
            <a:spLocks noGrp="1"/>
          </p:cNvSpPr>
          <p:nvPr>
            <p:ph type="sldNum" sz="quarter" idx="12"/>
          </p:nvPr>
        </p:nvSpPr>
        <p:spPr/>
        <p:txBody>
          <a:bodyPr/>
          <a:lstStyle/>
          <a:p>
            <a:fld id="{58FB4751-880F-D840-AAA9-3A15815CC996}" type="slidenum">
              <a:rPr lang="en-US" smtClean="0"/>
              <a:pPr/>
              <a:t>4</a:t>
            </a:fld>
            <a:endParaRPr lang="en-US" dirty="0"/>
          </a:p>
        </p:txBody>
      </p:sp>
      <p:sp>
        <p:nvSpPr>
          <p:cNvPr id="8" name="Title 7">
            <a:extLst>
              <a:ext uri="{FF2B5EF4-FFF2-40B4-BE49-F238E27FC236}">
                <a16:creationId xmlns:a16="http://schemas.microsoft.com/office/drawing/2014/main" id="{4ACC8A7F-F9D1-F57D-F078-CAFD8DBE3D2E}"/>
              </a:ext>
            </a:extLst>
          </p:cNvPr>
          <p:cNvSpPr>
            <a:spLocks noGrp="1"/>
          </p:cNvSpPr>
          <p:nvPr>
            <p:ph type="title"/>
          </p:nvPr>
        </p:nvSpPr>
        <p:spPr/>
        <p:txBody>
          <a:bodyPr>
            <a:normAutofit fontScale="90000"/>
          </a:bodyPr>
          <a:lstStyle/>
          <a:p>
            <a:r>
              <a:rPr lang="en-US" dirty="0"/>
              <a:t>Venn Diagram showing relationship between AI, ML, DL, NLP, Computer vision</a:t>
            </a:r>
            <a:endParaRPr lang="en-IN" dirty="0"/>
          </a:p>
        </p:txBody>
      </p:sp>
      <p:pic>
        <p:nvPicPr>
          <p:cNvPr id="11" name="Content Placeholder 10" descr="A diagram of a machine learning process&#10;&#10;AI-generated content may be incorrect.">
            <a:extLst>
              <a:ext uri="{FF2B5EF4-FFF2-40B4-BE49-F238E27FC236}">
                <a16:creationId xmlns:a16="http://schemas.microsoft.com/office/drawing/2014/main" id="{3B338BCD-F850-6D0F-FBBA-07EEAF246FDA}"/>
              </a:ext>
            </a:extLst>
          </p:cNvPr>
          <p:cNvPicPr>
            <a:picLocks noGrp="1" noChangeAspect="1"/>
          </p:cNvPicPr>
          <p:nvPr>
            <p:ph sz="quarter" idx="13"/>
          </p:nvPr>
        </p:nvPicPr>
        <p:blipFill>
          <a:blip r:embed="rId2"/>
          <a:stretch>
            <a:fillRect/>
          </a:stretch>
        </p:blipFill>
        <p:spPr>
          <a:xfrm>
            <a:off x="2172742" y="951417"/>
            <a:ext cx="6806782" cy="5516562"/>
          </a:xfrm>
        </p:spPr>
      </p:pic>
      <p:sp>
        <p:nvSpPr>
          <p:cNvPr id="4" name="Date Placeholder 3">
            <a:extLst>
              <a:ext uri="{FF2B5EF4-FFF2-40B4-BE49-F238E27FC236}">
                <a16:creationId xmlns:a16="http://schemas.microsoft.com/office/drawing/2014/main" id="{2A1DCAB5-9875-D56C-1732-52B031F0654D}"/>
              </a:ext>
            </a:extLst>
          </p:cNvPr>
          <p:cNvSpPr>
            <a:spLocks noGrp="1"/>
          </p:cNvSpPr>
          <p:nvPr>
            <p:ph type="dt" sz="half" idx="4294967295"/>
          </p:nvPr>
        </p:nvSpPr>
        <p:spPr>
          <a:xfrm>
            <a:off x="7956604" y="1068940"/>
            <a:ext cx="3949449" cy="365125"/>
          </a:xfrm>
        </p:spPr>
        <p:txBody>
          <a:bodyPr/>
          <a:lstStyle/>
          <a:p>
            <a:r>
              <a:rPr lang="en-IN" dirty="0">
                <a:hlinkClick r:id="rId3"/>
              </a:rPr>
              <a:t>Breakdown: Simplify AI, ML, NLP, Deep Learning, Computer Vision | by Palak Jain | Medium</a:t>
            </a:r>
            <a:endParaRPr lang="en-US" dirty="0"/>
          </a:p>
        </p:txBody>
      </p:sp>
      <p:sp>
        <p:nvSpPr>
          <p:cNvPr id="13" name="TextBox 12">
            <a:extLst>
              <a:ext uri="{FF2B5EF4-FFF2-40B4-BE49-F238E27FC236}">
                <a16:creationId xmlns:a16="http://schemas.microsoft.com/office/drawing/2014/main" id="{0761A92F-1319-3FC5-F02D-7814C582E531}"/>
              </a:ext>
            </a:extLst>
          </p:cNvPr>
          <p:cNvSpPr txBox="1"/>
          <p:nvPr/>
        </p:nvSpPr>
        <p:spPr>
          <a:xfrm>
            <a:off x="320510" y="882170"/>
            <a:ext cx="4185502" cy="307777"/>
          </a:xfrm>
          <a:prstGeom prst="rect">
            <a:avLst/>
          </a:prstGeom>
          <a:noFill/>
        </p:spPr>
        <p:txBody>
          <a:bodyPr wrap="square">
            <a:spAutoFit/>
          </a:bodyPr>
          <a:lstStyle/>
          <a:p>
            <a:r>
              <a:rPr lang="en-IN" sz="1400" i="0" dirty="0">
                <a:solidFill>
                  <a:schemeClr val="accent5">
                    <a:lumMod val="75000"/>
                  </a:schemeClr>
                </a:solidFill>
                <a:effectLst/>
                <a:latin typeface="Sagona" panose="02010004040101010103" pitchFamily="2" charset="0"/>
              </a:rPr>
              <a:t>AI mimics human intelligence in machines.</a:t>
            </a:r>
            <a:endParaRPr lang="en-IN" sz="1400" dirty="0">
              <a:solidFill>
                <a:schemeClr val="accent5">
                  <a:lumMod val="75000"/>
                </a:schemeClr>
              </a:solidFill>
              <a:latin typeface="Sagona" panose="02010004040101010103" pitchFamily="2" charset="0"/>
            </a:endParaRPr>
          </a:p>
        </p:txBody>
      </p:sp>
      <p:sp>
        <p:nvSpPr>
          <p:cNvPr id="14" name="TextBox 13">
            <a:extLst>
              <a:ext uri="{FF2B5EF4-FFF2-40B4-BE49-F238E27FC236}">
                <a16:creationId xmlns:a16="http://schemas.microsoft.com/office/drawing/2014/main" id="{7F19947F-4DD4-2BBC-063B-88ABA9EA24DF}"/>
              </a:ext>
            </a:extLst>
          </p:cNvPr>
          <p:cNvSpPr txBox="1"/>
          <p:nvPr/>
        </p:nvSpPr>
        <p:spPr>
          <a:xfrm>
            <a:off x="320510" y="1325183"/>
            <a:ext cx="4185502" cy="954107"/>
          </a:xfrm>
          <a:prstGeom prst="rect">
            <a:avLst/>
          </a:prstGeom>
          <a:noFill/>
        </p:spPr>
        <p:txBody>
          <a:bodyPr wrap="square">
            <a:spAutoFit/>
          </a:bodyPr>
          <a:lstStyle/>
          <a:p>
            <a:r>
              <a:rPr lang="en-US" sz="1400" dirty="0">
                <a:solidFill>
                  <a:schemeClr val="accent5">
                    <a:lumMod val="75000"/>
                  </a:schemeClr>
                </a:solidFill>
                <a:latin typeface="Sagona" panose="02010004040101010103" pitchFamily="2" charset="0"/>
              </a:rPr>
              <a:t>Machine learning is a part of artificial intelligence where computers learn from data and improve over time without being directly told what to do.</a:t>
            </a:r>
            <a:endParaRPr lang="en-IN" sz="1400" dirty="0">
              <a:solidFill>
                <a:schemeClr val="accent5">
                  <a:lumMod val="75000"/>
                </a:schemeClr>
              </a:solidFill>
              <a:latin typeface="Sagona" panose="02010004040101010103" pitchFamily="2" charset="0"/>
            </a:endParaRPr>
          </a:p>
        </p:txBody>
      </p:sp>
      <p:sp>
        <p:nvSpPr>
          <p:cNvPr id="15" name="TextBox 14">
            <a:extLst>
              <a:ext uri="{FF2B5EF4-FFF2-40B4-BE49-F238E27FC236}">
                <a16:creationId xmlns:a16="http://schemas.microsoft.com/office/drawing/2014/main" id="{906E9EC9-B01C-B2C0-2BD8-3756FFEE5D80}"/>
              </a:ext>
            </a:extLst>
          </p:cNvPr>
          <p:cNvSpPr txBox="1"/>
          <p:nvPr/>
        </p:nvSpPr>
        <p:spPr>
          <a:xfrm>
            <a:off x="320510" y="2382985"/>
            <a:ext cx="3723589" cy="738664"/>
          </a:xfrm>
          <a:prstGeom prst="rect">
            <a:avLst/>
          </a:prstGeom>
          <a:noFill/>
        </p:spPr>
        <p:txBody>
          <a:bodyPr wrap="square">
            <a:spAutoFit/>
          </a:bodyPr>
          <a:lstStyle/>
          <a:p>
            <a:r>
              <a:rPr lang="en-US" sz="1400" dirty="0">
                <a:solidFill>
                  <a:schemeClr val="accent5">
                    <a:lumMod val="75000"/>
                  </a:schemeClr>
                </a:solidFill>
                <a:latin typeface="Sagona" panose="02010004040101010103" pitchFamily="2" charset="0"/>
              </a:rPr>
              <a:t>Deep learning dives deep into data, mimicking the interconnected neurons of our brain</a:t>
            </a:r>
            <a:endParaRPr lang="en-IN" sz="1400" dirty="0">
              <a:solidFill>
                <a:schemeClr val="accent5">
                  <a:lumMod val="75000"/>
                </a:schemeClr>
              </a:solidFill>
              <a:latin typeface="Sagona" panose="02010004040101010103" pitchFamily="2" charset="0"/>
            </a:endParaRPr>
          </a:p>
        </p:txBody>
      </p:sp>
    </p:spTree>
    <p:extLst>
      <p:ext uri="{BB962C8B-B14F-4D97-AF65-F5344CB8AC3E}">
        <p14:creationId xmlns:p14="http://schemas.microsoft.com/office/powerpoint/2010/main" val="3138656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F1DE07F-EA06-D4F5-7DD5-3185109D1CF9}"/>
              </a:ext>
            </a:extLst>
          </p:cNvPr>
          <p:cNvSpPr>
            <a:spLocks noGrp="1"/>
          </p:cNvSpPr>
          <p:nvPr>
            <p:ph type="ftr" sz="quarter" idx="11"/>
          </p:nvPr>
        </p:nvSpPr>
        <p:spPr>
          <a:xfrm>
            <a:off x="4038600" y="6356350"/>
            <a:ext cx="4114800" cy="365125"/>
          </a:xfrm>
        </p:spPr>
        <p:txBody>
          <a:bodyPr anchor="ctr">
            <a:normAutofit/>
          </a:bodyPr>
          <a:lstStyle/>
          <a:p>
            <a:pPr>
              <a:spcAft>
                <a:spcPts val="600"/>
              </a:spcAft>
            </a:pPr>
            <a:r>
              <a:rPr lang="en-US"/>
              <a:t>Pandit Deendayal Energy University - SOT</a:t>
            </a:r>
          </a:p>
        </p:txBody>
      </p:sp>
      <p:sp>
        <p:nvSpPr>
          <p:cNvPr id="3" name="Slide Number Placeholder 2">
            <a:extLst>
              <a:ext uri="{FF2B5EF4-FFF2-40B4-BE49-F238E27FC236}">
                <a16:creationId xmlns:a16="http://schemas.microsoft.com/office/drawing/2014/main" id="{A9D11E79-1909-FFB2-62ED-44ABF3BA9F4D}"/>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58FB4751-880F-D840-AAA9-3A15815CC996}" type="slidenum">
              <a:rPr lang="en-US" smtClean="0"/>
              <a:pPr>
                <a:spcAft>
                  <a:spcPts val="600"/>
                </a:spcAft>
              </a:pPr>
              <a:t>5</a:t>
            </a:fld>
            <a:endParaRPr lang="en-US"/>
          </a:p>
        </p:txBody>
      </p:sp>
      <p:sp>
        <p:nvSpPr>
          <p:cNvPr id="4" name="Title 3">
            <a:extLst>
              <a:ext uri="{FF2B5EF4-FFF2-40B4-BE49-F238E27FC236}">
                <a16:creationId xmlns:a16="http://schemas.microsoft.com/office/drawing/2014/main" id="{27ECFA65-5AB5-3567-03E1-45357B42F515}"/>
              </a:ext>
            </a:extLst>
          </p:cNvPr>
          <p:cNvSpPr>
            <a:spLocks noGrp="1"/>
          </p:cNvSpPr>
          <p:nvPr>
            <p:ph type="title"/>
          </p:nvPr>
        </p:nvSpPr>
        <p:spPr>
          <a:xfrm>
            <a:off x="576072" y="704088"/>
            <a:ext cx="10515600" cy="676656"/>
          </a:xfrm>
        </p:spPr>
        <p:txBody>
          <a:bodyPr anchor="ctr">
            <a:normAutofit/>
          </a:bodyPr>
          <a:lstStyle/>
          <a:p>
            <a:r>
              <a:rPr lang="en-US" sz="4100"/>
              <a:t>Application of AI in Civil Engineering </a:t>
            </a:r>
            <a:endParaRPr lang="en-IN" sz="4100"/>
          </a:p>
        </p:txBody>
      </p:sp>
      <p:graphicFrame>
        <p:nvGraphicFramePr>
          <p:cNvPr id="9" name="Rectangle 1">
            <a:extLst>
              <a:ext uri="{FF2B5EF4-FFF2-40B4-BE49-F238E27FC236}">
                <a16:creationId xmlns:a16="http://schemas.microsoft.com/office/drawing/2014/main" id="{52E97050-4E22-13F0-A4D5-1CDF561D18EA}"/>
              </a:ext>
            </a:extLst>
          </p:cNvPr>
          <p:cNvGraphicFramePr>
            <a:graphicFrameLocks noGrp="1"/>
          </p:cNvGraphicFramePr>
          <p:nvPr>
            <p:ph idx="1"/>
            <p:extLst>
              <p:ext uri="{D42A27DB-BD31-4B8C-83A1-F6EECF244321}">
                <p14:modId xmlns:p14="http://schemas.microsoft.com/office/powerpoint/2010/main" val="1598458384"/>
              </p:ext>
            </p:extLst>
          </p:nvPr>
        </p:nvGraphicFramePr>
        <p:xfrm>
          <a:off x="576072" y="1901952"/>
          <a:ext cx="10515600" cy="38770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68823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83D888E-8C23-FA09-2FB3-6F843F44B8A3}"/>
              </a:ext>
            </a:extLst>
          </p:cNvPr>
          <p:cNvSpPr>
            <a:spLocks noGrp="1"/>
          </p:cNvSpPr>
          <p:nvPr>
            <p:ph type="ftr" sz="quarter" idx="11"/>
          </p:nvPr>
        </p:nvSpPr>
        <p:spPr/>
        <p:txBody>
          <a:bodyPr/>
          <a:lstStyle/>
          <a:p>
            <a:r>
              <a:rPr lang="en-US"/>
              <a:t>Pandit Deendayal Energy University - SOT</a:t>
            </a:r>
            <a:endParaRPr lang="en-US" dirty="0"/>
          </a:p>
        </p:txBody>
      </p:sp>
      <p:sp>
        <p:nvSpPr>
          <p:cNvPr id="3" name="Slide Number Placeholder 2">
            <a:extLst>
              <a:ext uri="{FF2B5EF4-FFF2-40B4-BE49-F238E27FC236}">
                <a16:creationId xmlns:a16="http://schemas.microsoft.com/office/drawing/2014/main" id="{6F7710BB-F85A-E5DC-F4E8-427C961B8EC0}"/>
              </a:ext>
            </a:extLst>
          </p:cNvPr>
          <p:cNvSpPr>
            <a:spLocks noGrp="1"/>
          </p:cNvSpPr>
          <p:nvPr>
            <p:ph type="sldNum" sz="quarter" idx="12"/>
          </p:nvPr>
        </p:nvSpPr>
        <p:spPr/>
        <p:txBody>
          <a:bodyPr/>
          <a:lstStyle/>
          <a:p>
            <a:fld id="{58FB4751-880F-D840-AAA9-3A15815CC996}" type="slidenum">
              <a:rPr lang="en-US" smtClean="0"/>
              <a:pPr/>
              <a:t>6</a:t>
            </a:fld>
            <a:endParaRPr lang="en-US" dirty="0"/>
          </a:p>
        </p:txBody>
      </p:sp>
      <p:sp>
        <p:nvSpPr>
          <p:cNvPr id="4" name="Title 3">
            <a:extLst>
              <a:ext uri="{FF2B5EF4-FFF2-40B4-BE49-F238E27FC236}">
                <a16:creationId xmlns:a16="http://schemas.microsoft.com/office/drawing/2014/main" id="{5AE7E0AE-263D-6C6A-F0F4-973B89A73837}"/>
              </a:ext>
            </a:extLst>
          </p:cNvPr>
          <p:cNvSpPr>
            <a:spLocks noGrp="1"/>
          </p:cNvSpPr>
          <p:nvPr>
            <p:ph type="title"/>
          </p:nvPr>
        </p:nvSpPr>
        <p:spPr/>
        <p:txBody>
          <a:bodyPr/>
          <a:lstStyle/>
          <a:p>
            <a:r>
              <a:rPr lang="en-US" dirty="0"/>
              <a:t>Outcome based education </a:t>
            </a:r>
          </a:p>
        </p:txBody>
      </p:sp>
      <p:pic>
        <p:nvPicPr>
          <p:cNvPr id="9" name="Content Placeholder 8">
            <a:extLst>
              <a:ext uri="{FF2B5EF4-FFF2-40B4-BE49-F238E27FC236}">
                <a16:creationId xmlns:a16="http://schemas.microsoft.com/office/drawing/2014/main" id="{F855B368-A98C-9C39-1190-6C98AF76E331}"/>
              </a:ext>
            </a:extLst>
          </p:cNvPr>
          <p:cNvPicPr>
            <a:picLocks noGrp="1" noChangeAspect="1"/>
          </p:cNvPicPr>
          <p:nvPr>
            <p:ph sz="quarter" idx="13"/>
          </p:nvPr>
        </p:nvPicPr>
        <p:blipFill>
          <a:blip r:embed="rId2">
            <a:duotone>
              <a:prstClr val="black"/>
              <a:srgbClr val="D9C3A5">
                <a:tint val="50000"/>
                <a:satMod val="180000"/>
              </a:srgbClr>
            </a:duotone>
          </a:blip>
          <a:stretch>
            <a:fillRect/>
          </a:stretch>
        </p:blipFill>
        <p:spPr>
          <a:xfrm>
            <a:off x="361699" y="1512837"/>
            <a:ext cx="4248743" cy="4353533"/>
          </a:xfrm>
        </p:spPr>
      </p:pic>
      <p:pic>
        <p:nvPicPr>
          <p:cNvPr id="1026" name="Picture 2" descr="Bloom's Taxonomy - Educational Technology">
            <a:extLst>
              <a:ext uri="{FF2B5EF4-FFF2-40B4-BE49-F238E27FC236}">
                <a16:creationId xmlns:a16="http://schemas.microsoft.com/office/drawing/2014/main" id="{C052A745-0108-712D-6170-BEA324CBD4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2259" y="1332470"/>
            <a:ext cx="7496175" cy="45339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698AD2E0-9FAA-05B0-2834-0A242760636D}"/>
              </a:ext>
            </a:extLst>
          </p:cNvPr>
          <p:cNvSpPr txBox="1"/>
          <p:nvPr/>
        </p:nvSpPr>
        <p:spPr>
          <a:xfrm>
            <a:off x="8153400" y="5816894"/>
            <a:ext cx="3640897" cy="369332"/>
          </a:xfrm>
          <a:prstGeom prst="rect">
            <a:avLst/>
          </a:prstGeom>
          <a:noFill/>
        </p:spPr>
        <p:txBody>
          <a:bodyPr wrap="square">
            <a:spAutoFit/>
          </a:bodyPr>
          <a:lstStyle/>
          <a:p>
            <a:r>
              <a:rPr lang="en-US" b="0" i="0" u="none" strike="noStrike" dirty="0">
                <a:effectLst/>
                <a:latin typeface="Sagona" panose="02010004040101010103" pitchFamily="2" charset="0"/>
                <a:hlinkClick r:id="rId4"/>
              </a:rPr>
              <a:t>educationaltechnology.net</a:t>
            </a:r>
            <a:endParaRPr lang="en-US" dirty="0">
              <a:latin typeface="Sagona" panose="02010004040101010103" pitchFamily="2" charset="0"/>
            </a:endParaRPr>
          </a:p>
        </p:txBody>
      </p:sp>
    </p:spTree>
    <p:extLst>
      <p:ext uri="{BB962C8B-B14F-4D97-AF65-F5344CB8AC3E}">
        <p14:creationId xmlns:p14="http://schemas.microsoft.com/office/powerpoint/2010/main" val="3771076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B1FD59E-5C38-453E-4652-8879D9E9D775}"/>
              </a:ext>
            </a:extLst>
          </p:cNvPr>
          <p:cNvSpPr>
            <a:spLocks noGrp="1"/>
          </p:cNvSpPr>
          <p:nvPr>
            <p:ph type="ftr" sz="quarter" idx="11"/>
          </p:nvPr>
        </p:nvSpPr>
        <p:spPr/>
        <p:txBody>
          <a:bodyPr/>
          <a:lstStyle/>
          <a:p>
            <a:r>
              <a:rPr lang="en-US"/>
              <a:t>Pandit Deendayal Energy University - SOT</a:t>
            </a:r>
            <a:endParaRPr lang="en-US" dirty="0"/>
          </a:p>
        </p:txBody>
      </p:sp>
      <p:sp>
        <p:nvSpPr>
          <p:cNvPr id="3" name="Slide Number Placeholder 2">
            <a:extLst>
              <a:ext uri="{FF2B5EF4-FFF2-40B4-BE49-F238E27FC236}">
                <a16:creationId xmlns:a16="http://schemas.microsoft.com/office/drawing/2014/main" id="{A0EF88E9-B997-3BBD-548D-1A7C5ABF388D}"/>
              </a:ext>
            </a:extLst>
          </p:cNvPr>
          <p:cNvSpPr>
            <a:spLocks noGrp="1"/>
          </p:cNvSpPr>
          <p:nvPr>
            <p:ph type="sldNum" sz="quarter" idx="12"/>
          </p:nvPr>
        </p:nvSpPr>
        <p:spPr/>
        <p:txBody>
          <a:bodyPr/>
          <a:lstStyle/>
          <a:p>
            <a:fld id="{58FB4751-880F-D840-AAA9-3A15815CC996}" type="slidenum">
              <a:rPr lang="en-US" smtClean="0"/>
              <a:pPr/>
              <a:t>7</a:t>
            </a:fld>
            <a:endParaRPr lang="en-US" dirty="0"/>
          </a:p>
        </p:txBody>
      </p:sp>
      <p:sp>
        <p:nvSpPr>
          <p:cNvPr id="4" name="Title 3">
            <a:extLst>
              <a:ext uri="{FF2B5EF4-FFF2-40B4-BE49-F238E27FC236}">
                <a16:creationId xmlns:a16="http://schemas.microsoft.com/office/drawing/2014/main" id="{4B9E2026-9D39-6964-E2B1-7A21BEF87103}"/>
              </a:ext>
            </a:extLst>
          </p:cNvPr>
          <p:cNvSpPr>
            <a:spLocks noGrp="1"/>
          </p:cNvSpPr>
          <p:nvPr>
            <p:ph type="title"/>
          </p:nvPr>
        </p:nvSpPr>
        <p:spPr/>
        <p:txBody>
          <a:bodyPr/>
          <a:lstStyle/>
          <a:p>
            <a:r>
              <a:rPr lang="en-IN" dirty="0"/>
              <a:t>Course Objectives and Structure </a:t>
            </a:r>
          </a:p>
        </p:txBody>
      </p:sp>
      <p:sp>
        <p:nvSpPr>
          <p:cNvPr id="5" name="Content Placeholder 4">
            <a:extLst>
              <a:ext uri="{FF2B5EF4-FFF2-40B4-BE49-F238E27FC236}">
                <a16:creationId xmlns:a16="http://schemas.microsoft.com/office/drawing/2014/main" id="{830A939F-299D-A27E-1EB1-C993241A413D}"/>
              </a:ext>
            </a:extLst>
          </p:cNvPr>
          <p:cNvSpPr>
            <a:spLocks noGrp="1"/>
          </p:cNvSpPr>
          <p:nvPr>
            <p:ph sz="quarter" idx="13"/>
          </p:nvPr>
        </p:nvSpPr>
        <p:spPr>
          <a:xfrm>
            <a:off x="320675" y="951345"/>
            <a:ext cx="11585575" cy="2477655"/>
          </a:xfrm>
        </p:spPr>
        <p:txBody>
          <a:bodyPr/>
          <a:lstStyle/>
          <a:p>
            <a:r>
              <a:rPr lang="en-US" sz="1800" b="1" dirty="0"/>
              <a:t>COURSE OBJECTIVES</a:t>
            </a:r>
          </a:p>
          <a:p>
            <a:pPr marL="285750" indent="-285750">
              <a:lnSpc>
                <a:spcPct val="100000"/>
              </a:lnSpc>
              <a:buFont typeface="Arial" panose="020B0604020202020204" pitchFamily="34" charset="0"/>
              <a:buChar char="•"/>
            </a:pPr>
            <a:r>
              <a:rPr lang="en-US" sz="1800" dirty="0"/>
              <a:t>Understand key concepts and applications of Artificial Intelligence (AI).</a:t>
            </a:r>
          </a:p>
          <a:p>
            <a:pPr marL="285750" indent="-285750">
              <a:lnSpc>
                <a:spcPct val="100000"/>
              </a:lnSpc>
              <a:buFont typeface="Arial" panose="020B0604020202020204" pitchFamily="34" charset="0"/>
              <a:buChar char="•"/>
            </a:pPr>
            <a:r>
              <a:rPr lang="en-US" sz="1800" dirty="0"/>
              <a:t>Master statistical analysis and data visualization with Python.</a:t>
            </a:r>
          </a:p>
          <a:p>
            <a:pPr marL="285750" indent="-285750">
              <a:lnSpc>
                <a:spcPct val="100000"/>
              </a:lnSpc>
              <a:buFont typeface="Arial" panose="020B0604020202020204" pitchFamily="34" charset="0"/>
              <a:buChar char="•"/>
            </a:pPr>
            <a:r>
              <a:rPr lang="en-US" sz="1800" dirty="0"/>
              <a:t>Gain proficiency in implementing various machine learning algorithms.</a:t>
            </a:r>
          </a:p>
          <a:p>
            <a:pPr marL="285750" indent="-285750">
              <a:lnSpc>
                <a:spcPct val="100000"/>
              </a:lnSpc>
              <a:buFont typeface="Arial" panose="020B0604020202020204" pitchFamily="34" charset="0"/>
              <a:buChar char="•"/>
            </a:pPr>
            <a:r>
              <a:rPr lang="en-US" sz="1800" dirty="0"/>
              <a:t>Develop practical skills in data preparation, model training, and evaluation.</a:t>
            </a:r>
          </a:p>
          <a:p>
            <a:pPr marL="285750" indent="-285750">
              <a:lnSpc>
                <a:spcPct val="100000"/>
              </a:lnSpc>
              <a:buFont typeface="Arial" panose="020B0604020202020204" pitchFamily="34" charset="0"/>
              <a:buChar char="•"/>
            </a:pPr>
            <a:r>
              <a:rPr lang="en-US" sz="1800" dirty="0"/>
              <a:t>Apply regression and classification algorithms to solve real-world problems.</a:t>
            </a:r>
          </a:p>
          <a:p>
            <a:endParaRPr lang="en-IN" dirty="0"/>
          </a:p>
        </p:txBody>
      </p:sp>
      <p:graphicFrame>
        <p:nvGraphicFramePr>
          <p:cNvPr id="8" name="Table 7">
            <a:extLst>
              <a:ext uri="{FF2B5EF4-FFF2-40B4-BE49-F238E27FC236}">
                <a16:creationId xmlns:a16="http://schemas.microsoft.com/office/drawing/2014/main" id="{CC82239F-9850-3D3A-994B-FD95270F0BCD}"/>
              </a:ext>
            </a:extLst>
          </p:cNvPr>
          <p:cNvGraphicFramePr>
            <a:graphicFrameLocks noGrp="1"/>
          </p:cNvGraphicFramePr>
          <p:nvPr>
            <p:extLst>
              <p:ext uri="{D42A27DB-BD31-4B8C-83A1-F6EECF244321}">
                <p14:modId xmlns:p14="http://schemas.microsoft.com/office/powerpoint/2010/main" val="1449867136"/>
              </p:ext>
            </p:extLst>
          </p:nvPr>
        </p:nvGraphicFramePr>
        <p:xfrm>
          <a:off x="1496898" y="4220643"/>
          <a:ext cx="9473937" cy="2036344"/>
        </p:xfrm>
        <a:graphic>
          <a:graphicData uri="http://schemas.openxmlformats.org/drawingml/2006/table">
            <a:tbl>
              <a:tblPr firstRow="1" firstCol="1" bandRow="1">
                <a:tableStyleId>{5940675A-B579-460E-94D1-54222C63F5DA}</a:tableStyleId>
              </a:tblPr>
              <a:tblGrid>
                <a:gridCol w="488138">
                  <a:extLst>
                    <a:ext uri="{9D8B030D-6E8A-4147-A177-3AD203B41FA5}">
                      <a16:colId xmlns:a16="http://schemas.microsoft.com/office/drawing/2014/main" val="1459958838"/>
                    </a:ext>
                  </a:extLst>
                </a:gridCol>
                <a:gridCol w="333115">
                  <a:extLst>
                    <a:ext uri="{9D8B030D-6E8A-4147-A177-3AD203B41FA5}">
                      <a16:colId xmlns:a16="http://schemas.microsoft.com/office/drawing/2014/main" val="1034636743"/>
                    </a:ext>
                  </a:extLst>
                </a:gridCol>
                <a:gridCol w="606252">
                  <a:extLst>
                    <a:ext uri="{9D8B030D-6E8A-4147-A177-3AD203B41FA5}">
                      <a16:colId xmlns:a16="http://schemas.microsoft.com/office/drawing/2014/main" val="2740586555"/>
                    </a:ext>
                  </a:extLst>
                </a:gridCol>
                <a:gridCol w="450305">
                  <a:extLst>
                    <a:ext uri="{9D8B030D-6E8A-4147-A177-3AD203B41FA5}">
                      <a16:colId xmlns:a16="http://schemas.microsoft.com/office/drawing/2014/main" val="4258229770"/>
                    </a:ext>
                  </a:extLst>
                </a:gridCol>
                <a:gridCol w="1278017">
                  <a:extLst>
                    <a:ext uri="{9D8B030D-6E8A-4147-A177-3AD203B41FA5}">
                      <a16:colId xmlns:a16="http://schemas.microsoft.com/office/drawing/2014/main" val="2413592412"/>
                    </a:ext>
                  </a:extLst>
                </a:gridCol>
                <a:gridCol w="768655">
                  <a:extLst>
                    <a:ext uri="{9D8B030D-6E8A-4147-A177-3AD203B41FA5}">
                      <a16:colId xmlns:a16="http://schemas.microsoft.com/office/drawing/2014/main" val="1734570174"/>
                    </a:ext>
                  </a:extLst>
                </a:gridCol>
                <a:gridCol w="654234">
                  <a:extLst>
                    <a:ext uri="{9D8B030D-6E8A-4147-A177-3AD203B41FA5}">
                      <a16:colId xmlns:a16="http://schemas.microsoft.com/office/drawing/2014/main" val="1915406172"/>
                    </a:ext>
                  </a:extLst>
                </a:gridCol>
                <a:gridCol w="509362">
                  <a:extLst>
                    <a:ext uri="{9D8B030D-6E8A-4147-A177-3AD203B41FA5}">
                      <a16:colId xmlns:a16="http://schemas.microsoft.com/office/drawing/2014/main" val="1257435242"/>
                    </a:ext>
                  </a:extLst>
                </a:gridCol>
                <a:gridCol w="743741">
                  <a:extLst>
                    <a:ext uri="{9D8B030D-6E8A-4147-A177-3AD203B41FA5}">
                      <a16:colId xmlns:a16="http://schemas.microsoft.com/office/drawing/2014/main" val="231008581"/>
                    </a:ext>
                  </a:extLst>
                </a:gridCol>
                <a:gridCol w="1759695">
                  <a:extLst>
                    <a:ext uri="{9D8B030D-6E8A-4147-A177-3AD203B41FA5}">
                      <a16:colId xmlns:a16="http://schemas.microsoft.com/office/drawing/2014/main" val="132295355"/>
                    </a:ext>
                  </a:extLst>
                </a:gridCol>
                <a:gridCol w="1882423">
                  <a:extLst>
                    <a:ext uri="{9D8B030D-6E8A-4147-A177-3AD203B41FA5}">
                      <a16:colId xmlns:a16="http://schemas.microsoft.com/office/drawing/2014/main" val="3761082659"/>
                    </a:ext>
                  </a:extLst>
                </a:gridCol>
              </a:tblGrid>
              <a:tr h="374004">
                <a:tc gridSpan="11">
                  <a:txBody>
                    <a:bodyPr/>
                    <a:lstStyle/>
                    <a:p>
                      <a:pPr algn="ctr">
                        <a:lnSpc>
                          <a:spcPct val="107000"/>
                        </a:lnSpc>
                        <a:spcAft>
                          <a:spcPts val="800"/>
                        </a:spcAft>
                        <a:buNone/>
                      </a:pPr>
                      <a:r>
                        <a:rPr lang="en-US" sz="1800" dirty="0">
                          <a:effectLst/>
                          <a:latin typeface="Sagona" panose="02010004040101010103" pitchFamily="2" charset="0"/>
                        </a:rPr>
                        <a:t>Pandit Deendayal Energy University | School of Technology</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92236595"/>
                  </a:ext>
                </a:extLst>
              </a:tr>
              <a:tr h="332468">
                <a:tc gridSpan="7">
                  <a:txBody>
                    <a:bodyPr/>
                    <a:lstStyle/>
                    <a:p>
                      <a:pPr algn="ctr">
                        <a:lnSpc>
                          <a:spcPct val="107000"/>
                        </a:lnSpc>
                        <a:spcAft>
                          <a:spcPts val="800"/>
                        </a:spcAft>
                        <a:buNone/>
                      </a:pPr>
                      <a:r>
                        <a:rPr lang="en-US" sz="1600" dirty="0">
                          <a:effectLst/>
                          <a:latin typeface="Sagona" panose="02010004040101010103" pitchFamily="2" charset="0"/>
                        </a:rPr>
                        <a:t>24CV201T</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gn="ctr">
                        <a:lnSpc>
                          <a:spcPct val="107000"/>
                        </a:lnSpc>
                        <a:spcAft>
                          <a:spcPts val="800"/>
                        </a:spcAft>
                        <a:buNone/>
                      </a:pPr>
                      <a:r>
                        <a:rPr lang="en-US" sz="1600" dirty="0">
                          <a:effectLst/>
                          <a:latin typeface="Sagona" panose="02010004040101010103" pitchFamily="2" charset="0"/>
                        </a:rPr>
                        <a:t>Introduction to Artificial Intelligence</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ct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483311746"/>
                  </a:ext>
                </a:extLst>
              </a:tr>
              <a:tr h="332468">
                <a:tc gridSpan="7">
                  <a:txBody>
                    <a:bodyPr/>
                    <a:lstStyle/>
                    <a:p>
                      <a:pPr algn="ctr">
                        <a:lnSpc>
                          <a:spcPct val="107000"/>
                        </a:lnSpc>
                        <a:spcAft>
                          <a:spcPts val="800"/>
                        </a:spcAft>
                        <a:buNone/>
                      </a:pPr>
                      <a:r>
                        <a:rPr lang="en-US" sz="1600" dirty="0">
                          <a:effectLst/>
                          <a:latin typeface="Sagona" panose="02010004040101010103" pitchFamily="2" charset="0"/>
                        </a:rPr>
                        <a:t>Teaching Scheme</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gn="ctr">
                        <a:lnSpc>
                          <a:spcPct val="107000"/>
                        </a:lnSpc>
                        <a:spcAft>
                          <a:spcPts val="800"/>
                        </a:spcAft>
                        <a:buNone/>
                      </a:pPr>
                      <a:r>
                        <a:rPr lang="en-US" sz="1600" dirty="0">
                          <a:effectLst/>
                          <a:latin typeface="Sagona" panose="02010004040101010103" pitchFamily="2" charset="0"/>
                        </a:rPr>
                        <a:t>Examination Scheme</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ct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10674451"/>
                  </a:ext>
                </a:extLst>
              </a:tr>
              <a:tr h="332468">
                <a:tc>
                  <a:txBody>
                    <a:bodyPr/>
                    <a:lstStyle/>
                    <a:p>
                      <a:pPr marL="127000" algn="ctr">
                        <a:lnSpc>
                          <a:spcPct val="107000"/>
                        </a:lnSpc>
                        <a:spcAft>
                          <a:spcPts val="800"/>
                        </a:spcAft>
                        <a:buNone/>
                      </a:pPr>
                      <a:r>
                        <a:rPr lang="en-US" sz="1600" dirty="0">
                          <a:effectLst/>
                          <a:latin typeface="Sagona" panose="02010004040101010103" pitchFamily="2" charset="0"/>
                        </a:rPr>
                        <a:t>L</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114300" algn="ctr">
                        <a:lnSpc>
                          <a:spcPct val="107000"/>
                        </a:lnSpc>
                        <a:spcAft>
                          <a:spcPts val="800"/>
                        </a:spcAft>
                        <a:buNone/>
                      </a:pPr>
                      <a:r>
                        <a:rPr lang="en-US" sz="1600" dirty="0">
                          <a:effectLst/>
                          <a:latin typeface="Sagona" panose="02010004040101010103" pitchFamily="2" charset="0"/>
                        </a:rPr>
                        <a:t>T</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101600" algn="ctr">
                        <a:lnSpc>
                          <a:spcPct val="107000"/>
                        </a:lnSpc>
                        <a:spcAft>
                          <a:spcPts val="800"/>
                        </a:spcAft>
                        <a:buNone/>
                      </a:pPr>
                      <a:r>
                        <a:rPr lang="en-US" sz="1600" dirty="0">
                          <a:effectLst/>
                          <a:latin typeface="Sagona" panose="02010004040101010103" pitchFamily="2" charset="0"/>
                        </a:rPr>
                        <a:t>P</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101600" algn="ctr">
                        <a:lnSpc>
                          <a:spcPct val="107000"/>
                        </a:lnSpc>
                        <a:spcAft>
                          <a:spcPts val="800"/>
                        </a:spcAft>
                        <a:buNone/>
                      </a:pPr>
                      <a:r>
                        <a:rPr lang="en-US" sz="1600" dirty="0">
                          <a:effectLst/>
                          <a:latin typeface="Sagona" panose="02010004040101010103" pitchFamily="2" charset="0"/>
                        </a:rPr>
                        <a:t>C</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Hrs./Week</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gridSpan="3">
                  <a:txBody>
                    <a:bodyPr/>
                    <a:lstStyle/>
                    <a:p>
                      <a:pPr algn="ctr">
                        <a:lnSpc>
                          <a:spcPct val="107000"/>
                        </a:lnSpc>
                        <a:spcAft>
                          <a:spcPts val="800"/>
                        </a:spcAft>
                        <a:buNone/>
                      </a:pPr>
                      <a:r>
                        <a:rPr lang="en-US" sz="1600" dirty="0">
                          <a:effectLst/>
                          <a:latin typeface="Sagona" panose="02010004040101010103" pitchFamily="2" charset="0"/>
                        </a:rPr>
                        <a:t>Theory</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hMerge="1">
                  <a:txBody>
                    <a:bodyPr/>
                    <a:lstStyle/>
                    <a:p>
                      <a:endParaRPr lang="en-IN"/>
                    </a:p>
                  </a:txBody>
                  <a:tcPr/>
                </a:tc>
                <a:tc hMerge="1">
                  <a:txBody>
                    <a:bodyPr/>
                    <a:lstStyle/>
                    <a:p>
                      <a:endParaRPr lang="en-IN"/>
                    </a:p>
                  </a:txBody>
                  <a:tcPr/>
                </a:tc>
                <a:tc gridSpan="2">
                  <a:txBody>
                    <a:bodyPr/>
                    <a:lstStyle/>
                    <a:p>
                      <a:pPr algn="ctr">
                        <a:lnSpc>
                          <a:spcPct val="107000"/>
                        </a:lnSpc>
                        <a:spcAft>
                          <a:spcPts val="800"/>
                        </a:spcAft>
                        <a:buNone/>
                      </a:pPr>
                      <a:r>
                        <a:rPr lang="en-US" sz="1600" dirty="0">
                          <a:effectLst/>
                          <a:latin typeface="Sagona" panose="02010004040101010103" pitchFamily="2" charset="0"/>
                        </a:rPr>
                        <a:t>Practical</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hMerge="1">
                  <a:txBody>
                    <a:bodyPr/>
                    <a:lstStyle/>
                    <a:p>
                      <a:endParaRPr lang="en-IN"/>
                    </a:p>
                  </a:txBody>
                  <a:tcPr/>
                </a:tc>
                <a:tc>
                  <a:txBody>
                    <a:bodyPr/>
                    <a:lstStyle/>
                    <a:p>
                      <a:pPr algn="ctr">
                        <a:lnSpc>
                          <a:spcPct val="107000"/>
                        </a:lnSpc>
                        <a:spcAft>
                          <a:spcPts val="800"/>
                        </a:spcAft>
                        <a:buNone/>
                      </a:pPr>
                      <a:r>
                        <a:rPr lang="en-US" sz="1600" dirty="0">
                          <a:effectLst/>
                          <a:latin typeface="Sagona" panose="02010004040101010103" pitchFamily="2" charset="0"/>
                        </a:rPr>
                        <a:t>Total</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extLst>
                  <a:ext uri="{0D108BD9-81ED-4DB2-BD59-A6C34878D82A}">
                    <a16:rowId xmlns:a16="http://schemas.microsoft.com/office/drawing/2014/main" val="2553069101"/>
                  </a:ext>
                </a:extLst>
              </a:tr>
              <a:tr h="332468">
                <a:tc>
                  <a:txBody>
                    <a:bodyPr/>
                    <a:lstStyle/>
                    <a:p>
                      <a:pPr algn="ctr">
                        <a:lnSpc>
                          <a:spcPct val="107000"/>
                        </a:lnSpc>
                        <a:spcAft>
                          <a:spcPts val="800"/>
                        </a:spcAft>
                        <a:buNone/>
                      </a:pPr>
                      <a:r>
                        <a:rPr lang="en-US" sz="1600" dirty="0">
                          <a:effectLst/>
                          <a:latin typeface="Sagona" panose="02010004040101010103" pitchFamily="2" charset="0"/>
                        </a:rPr>
                        <a:t> </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 </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 </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 </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 </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127000" algn="ctr">
                        <a:lnSpc>
                          <a:spcPct val="107000"/>
                        </a:lnSpc>
                        <a:spcAft>
                          <a:spcPts val="800"/>
                        </a:spcAft>
                        <a:buNone/>
                      </a:pPr>
                      <a:r>
                        <a:rPr lang="en-US" sz="1600" dirty="0">
                          <a:effectLst/>
                          <a:latin typeface="Sagona" panose="02010004040101010103" pitchFamily="2" charset="0"/>
                        </a:rPr>
                        <a:t>MS</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215900" algn="ctr">
                        <a:lnSpc>
                          <a:spcPct val="107000"/>
                        </a:lnSpc>
                        <a:spcAft>
                          <a:spcPts val="800"/>
                        </a:spcAft>
                        <a:buNone/>
                      </a:pPr>
                      <a:r>
                        <a:rPr lang="en-US" sz="1600" dirty="0">
                          <a:effectLst/>
                          <a:latin typeface="Sagona" panose="02010004040101010103" pitchFamily="2" charset="0"/>
                        </a:rPr>
                        <a:t>ES</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IA</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60325" algn="ctr">
                        <a:lnSpc>
                          <a:spcPct val="107000"/>
                        </a:lnSpc>
                        <a:spcAft>
                          <a:spcPts val="800"/>
                        </a:spcAft>
                        <a:buNone/>
                      </a:pPr>
                      <a:r>
                        <a:rPr lang="en-US" sz="1600" dirty="0">
                          <a:effectLst/>
                          <a:latin typeface="Sagona" panose="02010004040101010103" pitchFamily="2" charset="0"/>
                        </a:rPr>
                        <a:t>LW</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LE/Viva</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Marks</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extLst>
                  <a:ext uri="{0D108BD9-81ED-4DB2-BD59-A6C34878D82A}">
                    <a16:rowId xmlns:a16="http://schemas.microsoft.com/office/drawing/2014/main" val="143825581"/>
                  </a:ext>
                </a:extLst>
              </a:tr>
              <a:tr h="332468">
                <a:tc>
                  <a:txBody>
                    <a:bodyPr/>
                    <a:lstStyle/>
                    <a:p>
                      <a:pPr marL="127000" algn="ctr">
                        <a:lnSpc>
                          <a:spcPct val="107000"/>
                        </a:lnSpc>
                        <a:spcAft>
                          <a:spcPts val="800"/>
                        </a:spcAft>
                        <a:buNone/>
                      </a:pPr>
                      <a:r>
                        <a:rPr lang="en-US" sz="1600" dirty="0">
                          <a:effectLst/>
                          <a:latin typeface="Sagona" panose="02010004040101010103" pitchFamily="2" charset="0"/>
                        </a:rPr>
                        <a:t>3</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114300" algn="ctr">
                        <a:lnSpc>
                          <a:spcPct val="107000"/>
                        </a:lnSpc>
                        <a:spcAft>
                          <a:spcPts val="800"/>
                        </a:spcAft>
                        <a:buNone/>
                      </a:pPr>
                      <a:r>
                        <a:rPr lang="en-US" sz="1600" dirty="0">
                          <a:effectLst/>
                          <a:latin typeface="Sagona" panose="02010004040101010103" pitchFamily="2" charset="0"/>
                        </a:rPr>
                        <a:t>0</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114300" algn="ctr">
                        <a:lnSpc>
                          <a:spcPct val="107000"/>
                        </a:lnSpc>
                        <a:spcAft>
                          <a:spcPts val="800"/>
                        </a:spcAft>
                        <a:buNone/>
                      </a:pPr>
                      <a:r>
                        <a:rPr lang="en-US" sz="1600" dirty="0">
                          <a:effectLst/>
                          <a:latin typeface="Sagona" panose="02010004040101010103" pitchFamily="2" charset="0"/>
                        </a:rPr>
                        <a:t>0</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101600" algn="ctr">
                        <a:lnSpc>
                          <a:spcPct val="107000"/>
                        </a:lnSpc>
                        <a:spcAft>
                          <a:spcPts val="800"/>
                        </a:spcAft>
                        <a:buNone/>
                      </a:pPr>
                      <a:r>
                        <a:rPr lang="en-US" sz="1600" dirty="0">
                          <a:effectLst/>
                          <a:latin typeface="Sagona" panose="02010004040101010103" pitchFamily="2" charset="0"/>
                        </a:rPr>
                        <a:t>3</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R="314325" algn="ctr">
                        <a:lnSpc>
                          <a:spcPct val="107000"/>
                        </a:lnSpc>
                        <a:spcAft>
                          <a:spcPts val="800"/>
                        </a:spcAft>
                        <a:buNone/>
                      </a:pPr>
                      <a:r>
                        <a:rPr lang="en-US" sz="1600" dirty="0">
                          <a:effectLst/>
                          <a:latin typeface="Sagona" panose="02010004040101010103" pitchFamily="2" charset="0"/>
                        </a:rPr>
                        <a:t>03</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139700" algn="ctr">
                        <a:lnSpc>
                          <a:spcPct val="107000"/>
                        </a:lnSpc>
                        <a:spcAft>
                          <a:spcPts val="800"/>
                        </a:spcAft>
                        <a:buNone/>
                      </a:pPr>
                      <a:r>
                        <a:rPr lang="en-US" sz="1600" dirty="0">
                          <a:effectLst/>
                          <a:latin typeface="Sagona" panose="02010004040101010103" pitchFamily="2" charset="0"/>
                        </a:rPr>
                        <a:t>25</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L="241300" algn="ctr">
                        <a:lnSpc>
                          <a:spcPct val="107000"/>
                        </a:lnSpc>
                        <a:spcAft>
                          <a:spcPts val="800"/>
                        </a:spcAft>
                        <a:buNone/>
                      </a:pPr>
                      <a:r>
                        <a:rPr lang="en-US" sz="1600" dirty="0">
                          <a:effectLst/>
                          <a:latin typeface="Sagona" panose="02010004040101010103" pitchFamily="2" charset="0"/>
                        </a:rPr>
                        <a:t>50</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25</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R="34925" algn="ctr">
                        <a:lnSpc>
                          <a:spcPct val="107000"/>
                        </a:lnSpc>
                        <a:spcAft>
                          <a:spcPts val="800"/>
                        </a:spcAft>
                        <a:buNone/>
                      </a:pPr>
                      <a:r>
                        <a:rPr lang="en-US" sz="1600" dirty="0">
                          <a:effectLst/>
                          <a:latin typeface="Sagona" panose="02010004040101010103" pitchFamily="2" charset="0"/>
                        </a:rPr>
                        <a:t>-</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marR="301625" algn="ctr">
                        <a:lnSpc>
                          <a:spcPct val="107000"/>
                        </a:lnSpc>
                        <a:spcAft>
                          <a:spcPts val="800"/>
                        </a:spcAft>
                        <a:buNone/>
                      </a:pPr>
                      <a:r>
                        <a:rPr lang="en-US" sz="1600" dirty="0">
                          <a:effectLst/>
                          <a:latin typeface="Sagona" panose="02010004040101010103" pitchFamily="2" charset="0"/>
                        </a:rPr>
                        <a:t>-</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tc>
                  <a:txBody>
                    <a:bodyPr/>
                    <a:lstStyle/>
                    <a:p>
                      <a:pPr algn="ctr">
                        <a:lnSpc>
                          <a:spcPct val="107000"/>
                        </a:lnSpc>
                        <a:spcAft>
                          <a:spcPts val="800"/>
                        </a:spcAft>
                        <a:buNone/>
                      </a:pPr>
                      <a:r>
                        <a:rPr lang="en-US" sz="1600" dirty="0">
                          <a:effectLst/>
                          <a:latin typeface="Sagona" panose="02010004040101010103" pitchFamily="2" charset="0"/>
                        </a:rPr>
                        <a:t>100</a:t>
                      </a:r>
                      <a:endParaRPr lang="en-IN" sz="1400" dirty="0">
                        <a:effectLst/>
                        <a:latin typeface="Sagona" panose="02010004040101010103" pitchFamily="2" charset="0"/>
                        <a:ea typeface="Calibri" panose="020F0502020204030204" pitchFamily="34" charset="0"/>
                        <a:cs typeface="Times New Roman" panose="02020603050405020304" pitchFamily="18" charset="0"/>
                      </a:endParaRPr>
                    </a:p>
                  </a:txBody>
                  <a:tcPr marL="0" marR="0" marT="0" marB="0" anchor="b"/>
                </a:tc>
                <a:extLst>
                  <a:ext uri="{0D108BD9-81ED-4DB2-BD59-A6C34878D82A}">
                    <a16:rowId xmlns:a16="http://schemas.microsoft.com/office/drawing/2014/main" val="811368389"/>
                  </a:ext>
                </a:extLst>
              </a:tr>
            </a:tbl>
          </a:graphicData>
        </a:graphic>
      </p:graphicFrame>
      <p:sp>
        <p:nvSpPr>
          <p:cNvPr id="6" name="Content Placeholder 4">
            <a:extLst>
              <a:ext uri="{FF2B5EF4-FFF2-40B4-BE49-F238E27FC236}">
                <a16:creationId xmlns:a16="http://schemas.microsoft.com/office/drawing/2014/main" id="{DDC6E7C9-91E1-4CD2-D383-69C416692701}"/>
              </a:ext>
            </a:extLst>
          </p:cNvPr>
          <p:cNvSpPr txBox="1">
            <a:spLocks/>
          </p:cNvSpPr>
          <p:nvPr/>
        </p:nvSpPr>
        <p:spPr>
          <a:xfrm>
            <a:off x="320510" y="3567545"/>
            <a:ext cx="11706143" cy="50171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Sagona" panose="02010004040101010103" pitchFamily="2" charset="0"/>
                <a:ea typeface="Sagona" panose="02010004040101010103" pitchFamily="2" charset="0"/>
                <a:cs typeface="+mn-cs"/>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Sagona" panose="02010004040101010103" pitchFamily="2" charset="0"/>
                <a:ea typeface="Sagona" panose="02010004040101010103" pitchFamily="2" charset="0"/>
                <a:cs typeface="+mn-cs"/>
              </a:defRPr>
            </a:lvl2pPr>
            <a:lvl3pPr marL="914400" indent="0" algn="l" defTabSz="914400" rtl="0" eaLnBrk="1" latinLnBrk="0" hangingPunct="1">
              <a:lnSpc>
                <a:spcPct val="90000"/>
              </a:lnSpc>
              <a:spcBef>
                <a:spcPts val="500"/>
              </a:spcBef>
              <a:buFont typeface="Arial" panose="020B0604020202020204" pitchFamily="34" charset="0"/>
              <a:buNone/>
              <a:defRPr sz="1600" kern="1200">
                <a:solidFill>
                  <a:schemeClr val="tx1"/>
                </a:solidFill>
                <a:latin typeface="Sagona" panose="02010004040101010103" pitchFamily="2" charset="0"/>
                <a:ea typeface="Sagona" panose="02010004040101010103" pitchFamily="2" charset="0"/>
                <a:cs typeface="+mn-cs"/>
              </a:defRPr>
            </a:lvl3pPr>
            <a:lvl4pPr marL="13716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Sagona" panose="02010004040101010103" pitchFamily="2" charset="0"/>
                <a:ea typeface="Sagona" panose="02010004040101010103" pitchFamily="2" charset="0"/>
                <a:cs typeface="+mn-cs"/>
              </a:defRPr>
            </a:lvl4pPr>
            <a:lvl5pPr marL="18288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Sagona" panose="02010004040101010103" pitchFamily="2" charset="0"/>
                <a:ea typeface="Sagona" panose="02010004040101010103"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dirty="0"/>
              <a:t>COURSE Structure</a:t>
            </a:r>
          </a:p>
        </p:txBody>
      </p:sp>
    </p:spTree>
    <p:extLst>
      <p:ext uri="{BB962C8B-B14F-4D97-AF65-F5344CB8AC3E}">
        <p14:creationId xmlns:p14="http://schemas.microsoft.com/office/powerpoint/2010/main" val="3025905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6900C83-A575-3975-EF67-43668AB0548F}"/>
              </a:ext>
            </a:extLst>
          </p:cNvPr>
          <p:cNvSpPr>
            <a:spLocks noGrp="1"/>
          </p:cNvSpPr>
          <p:nvPr>
            <p:ph type="ftr" sz="quarter" idx="11"/>
          </p:nvPr>
        </p:nvSpPr>
        <p:spPr/>
        <p:txBody>
          <a:bodyPr/>
          <a:lstStyle/>
          <a:p>
            <a:r>
              <a:rPr lang="en-US"/>
              <a:t>Pandit Deendayal Energy University - SOT</a:t>
            </a:r>
            <a:endParaRPr lang="en-US" dirty="0"/>
          </a:p>
        </p:txBody>
      </p:sp>
      <p:sp>
        <p:nvSpPr>
          <p:cNvPr id="3" name="Slide Number Placeholder 2">
            <a:extLst>
              <a:ext uri="{FF2B5EF4-FFF2-40B4-BE49-F238E27FC236}">
                <a16:creationId xmlns:a16="http://schemas.microsoft.com/office/drawing/2014/main" id="{1B572FAE-D29C-2D6A-2C69-579598F83FBF}"/>
              </a:ext>
            </a:extLst>
          </p:cNvPr>
          <p:cNvSpPr>
            <a:spLocks noGrp="1"/>
          </p:cNvSpPr>
          <p:nvPr>
            <p:ph type="sldNum" sz="quarter" idx="12"/>
          </p:nvPr>
        </p:nvSpPr>
        <p:spPr/>
        <p:txBody>
          <a:bodyPr/>
          <a:lstStyle/>
          <a:p>
            <a:fld id="{58FB4751-880F-D840-AAA9-3A15815CC996}" type="slidenum">
              <a:rPr lang="en-US" smtClean="0"/>
              <a:pPr/>
              <a:t>8</a:t>
            </a:fld>
            <a:endParaRPr lang="en-US" dirty="0"/>
          </a:p>
        </p:txBody>
      </p:sp>
      <p:sp>
        <p:nvSpPr>
          <p:cNvPr id="4" name="Title 3">
            <a:extLst>
              <a:ext uri="{FF2B5EF4-FFF2-40B4-BE49-F238E27FC236}">
                <a16:creationId xmlns:a16="http://schemas.microsoft.com/office/drawing/2014/main" id="{DA7D8F2E-BA54-9B1D-9D91-435814EDB2DD}"/>
              </a:ext>
            </a:extLst>
          </p:cNvPr>
          <p:cNvSpPr>
            <a:spLocks noGrp="1"/>
          </p:cNvSpPr>
          <p:nvPr>
            <p:ph type="title"/>
          </p:nvPr>
        </p:nvSpPr>
        <p:spPr>
          <a:xfrm>
            <a:off x="320510" y="311086"/>
            <a:ext cx="11585543" cy="433632"/>
          </a:xfrm>
        </p:spPr>
        <p:txBody>
          <a:bodyPr>
            <a:normAutofit/>
          </a:bodyPr>
          <a:lstStyle/>
          <a:p>
            <a:r>
              <a:rPr lang="en-IN" sz="2400" dirty="0"/>
              <a:t>Course Syllabus</a:t>
            </a:r>
          </a:p>
        </p:txBody>
      </p:sp>
      <p:sp>
        <p:nvSpPr>
          <p:cNvPr id="9" name="TextBox 8">
            <a:extLst>
              <a:ext uri="{FF2B5EF4-FFF2-40B4-BE49-F238E27FC236}">
                <a16:creationId xmlns:a16="http://schemas.microsoft.com/office/drawing/2014/main" id="{6FE78B1F-5D75-E7DF-56A3-648A077102DE}"/>
              </a:ext>
            </a:extLst>
          </p:cNvPr>
          <p:cNvSpPr txBox="1"/>
          <p:nvPr/>
        </p:nvSpPr>
        <p:spPr>
          <a:xfrm>
            <a:off x="320510" y="814990"/>
            <a:ext cx="11585542" cy="2555380"/>
          </a:xfrm>
          <a:prstGeom prst="rect">
            <a:avLst/>
          </a:prstGeom>
          <a:solidFill>
            <a:srgbClr val="AD5C4D"/>
          </a:solidFill>
        </p:spPr>
        <p:txBody>
          <a:bodyPr wrap="square">
            <a:spAutoFit/>
          </a:bodyPr>
          <a:lstStyle/>
          <a:p>
            <a:pPr algn="just">
              <a:lnSpc>
                <a:spcPct val="107000"/>
              </a:lnSpc>
              <a:spcAft>
                <a:spcPts val="800"/>
              </a:spcAft>
              <a:buNone/>
            </a:pPr>
            <a:r>
              <a:rPr lang="en-US" sz="1600" b="1" dirty="0">
                <a:solidFill>
                  <a:srgbClr val="FFF4ED"/>
                </a:solidFill>
                <a:effectLst/>
                <a:latin typeface="Sagona Book" panose="02020503050505020204" pitchFamily="18" charset="0"/>
                <a:ea typeface="Aptos" panose="020B0004020202020204" pitchFamily="34" charset="0"/>
                <a:cs typeface="Arial" panose="020B0604020202020204" pitchFamily="34" charset="0"/>
              </a:rPr>
              <a:t>Unit 1: Foundations of AI in Civil Engineering (8 Hours.)</a:t>
            </a:r>
            <a:endParaRPr lang="en-US" sz="1600" dirty="0">
              <a:solidFill>
                <a:srgbClr val="FFF4ED"/>
              </a:solidFill>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buNone/>
            </a:pPr>
            <a:r>
              <a:rPr lang="en-US" sz="1600" dirty="0">
                <a:solidFill>
                  <a:srgbClr val="FFF4ED"/>
                </a:solidFill>
                <a:effectLst/>
                <a:latin typeface="Sagona Book" panose="02020503050505020204" pitchFamily="18" charset="0"/>
                <a:ea typeface="Aptos" panose="020B0004020202020204" pitchFamily="34" charset="0"/>
                <a:cs typeface="Arial" panose="020B0604020202020204" pitchFamily="34" charset="0"/>
              </a:rPr>
              <a:t>AI Fundamentals &amp; Engineering Context, Introduction to AI (Definition, Scope of Machine Learning vs. Deep Learning), Data Science Lifecycle and Workflow, Narrow AI vs. Generative AI, Foundation Models and Large Language Models (LLMs), Core Learning Paradigms (Supervised, Unsupervised, Reinforcement Learning), Civil Engineering Applications (Pavement Deterioration Analysis, Concrete Strength Prediction, Traffic Flow Forecasting, Structural Health Monitoring, Bridge Inspection Automation, Construction Safety Systems), Water Resources Applications (Flood Forecasting, Rainfall Prediction, Drought Monitoring, Groundwater Modeling), Geospatial Foundations (Land Use Classification, Flood Mapping, Infrastructure Extraction), Ethical AI (Bias Mitigation, Explainable AI/XAI, Data Privacy in Public Works).</a:t>
            </a:r>
            <a:endParaRPr lang="en-US" sz="1600" dirty="0">
              <a:solidFill>
                <a:srgbClr val="FFF4ED"/>
              </a:solidFill>
              <a:effectLst/>
              <a:latin typeface="Aptos" panose="020B0004020202020204" pitchFamily="34" charset="0"/>
              <a:ea typeface="Aptos" panose="020B00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FFE2B3D8-40A9-20DD-B927-8517E0EA0527}"/>
              </a:ext>
            </a:extLst>
          </p:cNvPr>
          <p:cNvSpPr txBox="1"/>
          <p:nvPr/>
        </p:nvSpPr>
        <p:spPr>
          <a:xfrm>
            <a:off x="320509" y="3601299"/>
            <a:ext cx="11585541" cy="1764970"/>
          </a:xfrm>
          <a:prstGeom prst="rect">
            <a:avLst/>
          </a:prstGeom>
          <a:solidFill>
            <a:srgbClr val="AD5C4D"/>
          </a:solidFill>
        </p:spPr>
        <p:txBody>
          <a:bodyPr wrap="square">
            <a:spAutoFit/>
          </a:bodyPr>
          <a:lstStyle/>
          <a:p>
            <a:pPr algn="just">
              <a:lnSpc>
                <a:spcPct val="107000"/>
              </a:lnSpc>
              <a:spcAft>
                <a:spcPts val="800"/>
              </a:spcAft>
              <a:buNone/>
            </a:pPr>
            <a:r>
              <a:rPr lang="en-US" sz="1600" b="1" dirty="0">
                <a:solidFill>
                  <a:srgbClr val="FFF4ED"/>
                </a:solidFill>
                <a:effectLst/>
                <a:latin typeface="Sagona Book" panose="02020503050505020204" pitchFamily="18" charset="0"/>
                <a:ea typeface="Aptos" panose="020B0004020202020204" pitchFamily="34" charset="0"/>
                <a:cs typeface="Arial" panose="020B0604020202020204" pitchFamily="34" charset="0"/>
              </a:rPr>
              <a:t>Unit 2: Statistics and Exploratory Data Analysis (14 Hours.)</a:t>
            </a:r>
            <a:endParaRPr lang="en-US" sz="1600" dirty="0">
              <a:solidFill>
                <a:srgbClr val="FFF4ED"/>
              </a:solidFill>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buNone/>
            </a:pPr>
            <a:r>
              <a:rPr lang="en-US" sz="1600" dirty="0">
                <a:solidFill>
                  <a:srgbClr val="FFF4ED"/>
                </a:solidFill>
                <a:effectLst/>
                <a:latin typeface="Sagona Book" panose="02020503050505020204" pitchFamily="18" charset="0"/>
                <a:ea typeface="Aptos" panose="020B0004020202020204" pitchFamily="34" charset="0"/>
                <a:cs typeface="Arial" panose="020B0604020202020204" pitchFamily="34" charset="0"/>
              </a:rPr>
              <a:t>Statistics and Exploratory Data Analysis (EDA), Engineering Data Types (Numerical, Categorical, Time-Series, Spatial data), Descriptive Statistics (Mean, Median, Mode, Variance, Standard Deviation, Quartiles), Probability Foundations for Risk Assessment, Visual Analytics with ggplot2 (Scatter Plots, Histograms, Density Plots, Boxplots, Violin Plots, Heatmaps, Correlation Matrices), Data Cleaning Procedures (Handling Missing Values, Removing Duplicates, Outlier Detection), Identifying Feature Relationships, Analysis of Environmental Datasets (e.g., Rainfall Variability).</a:t>
            </a:r>
            <a:endParaRPr lang="en-US" sz="1600" dirty="0">
              <a:solidFill>
                <a:srgbClr val="FFF4ED"/>
              </a:solidFill>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455432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CA9264F-CD93-773B-9C27-78626C8D24E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97A5138-38EE-6976-1587-CCDF44FD1528}"/>
              </a:ext>
            </a:extLst>
          </p:cNvPr>
          <p:cNvSpPr>
            <a:spLocks noGrp="1"/>
          </p:cNvSpPr>
          <p:nvPr>
            <p:ph type="ftr" sz="quarter" idx="11"/>
          </p:nvPr>
        </p:nvSpPr>
        <p:spPr/>
        <p:txBody>
          <a:bodyPr/>
          <a:lstStyle/>
          <a:p>
            <a:r>
              <a:rPr lang="en-US"/>
              <a:t>Pandit Deendayal Energy University - SOT</a:t>
            </a:r>
            <a:endParaRPr lang="en-US" dirty="0"/>
          </a:p>
        </p:txBody>
      </p:sp>
      <p:sp>
        <p:nvSpPr>
          <p:cNvPr id="3" name="Slide Number Placeholder 2">
            <a:extLst>
              <a:ext uri="{FF2B5EF4-FFF2-40B4-BE49-F238E27FC236}">
                <a16:creationId xmlns:a16="http://schemas.microsoft.com/office/drawing/2014/main" id="{0A48E119-250E-C0DB-E715-3A6DEF5BB79F}"/>
              </a:ext>
            </a:extLst>
          </p:cNvPr>
          <p:cNvSpPr>
            <a:spLocks noGrp="1"/>
          </p:cNvSpPr>
          <p:nvPr>
            <p:ph type="sldNum" sz="quarter" idx="12"/>
          </p:nvPr>
        </p:nvSpPr>
        <p:spPr/>
        <p:txBody>
          <a:bodyPr/>
          <a:lstStyle/>
          <a:p>
            <a:fld id="{58FB4751-880F-D840-AAA9-3A15815CC996}" type="slidenum">
              <a:rPr lang="en-US" smtClean="0"/>
              <a:pPr/>
              <a:t>9</a:t>
            </a:fld>
            <a:endParaRPr lang="en-US" dirty="0"/>
          </a:p>
        </p:txBody>
      </p:sp>
      <p:sp>
        <p:nvSpPr>
          <p:cNvPr id="4" name="Title 3">
            <a:extLst>
              <a:ext uri="{FF2B5EF4-FFF2-40B4-BE49-F238E27FC236}">
                <a16:creationId xmlns:a16="http://schemas.microsoft.com/office/drawing/2014/main" id="{3673CD61-4D88-1315-8CFE-9CEF860D18C2}"/>
              </a:ext>
            </a:extLst>
          </p:cNvPr>
          <p:cNvSpPr>
            <a:spLocks noGrp="1"/>
          </p:cNvSpPr>
          <p:nvPr>
            <p:ph type="title"/>
          </p:nvPr>
        </p:nvSpPr>
        <p:spPr>
          <a:xfrm>
            <a:off x="320510" y="311086"/>
            <a:ext cx="11585543" cy="433632"/>
          </a:xfrm>
        </p:spPr>
        <p:txBody>
          <a:bodyPr>
            <a:normAutofit/>
          </a:bodyPr>
          <a:lstStyle/>
          <a:p>
            <a:r>
              <a:rPr lang="en-IN" sz="2400" dirty="0"/>
              <a:t>Course Syllabus</a:t>
            </a:r>
          </a:p>
        </p:txBody>
      </p:sp>
      <p:sp>
        <p:nvSpPr>
          <p:cNvPr id="6" name="TextBox 5">
            <a:extLst>
              <a:ext uri="{FF2B5EF4-FFF2-40B4-BE49-F238E27FC236}">
                <a16:creationId xmlns:a16="http://schemas.microsoft.com/office/drawing/2014/main" id="{50CDB657-6EDD-CCB1-1E24-366C8383E5FA}"/>
              </a:ext>
            </a:extLst>
          </p:cNvPr>
          <p:cNvSpPr txBox="1"/>
          <p:nvPr/>
        </p:nvSpPr>
        <p:spPr>
          <a:xfrm>
            <a:off x="400627" y="924774"/>
            <a:ext cx="11505425" cy="1764970"/>
          </a:xfrm>
          <a:prstGeom prst="rect">
            <a:avLst/>
          </a:prstGeom>
          <a:solidFill>
            <a:srgbClr val="AD5C4D"/>
          </a:solidFill>
        </p:spPr>
        <p:txBody>
          <a:bodyPr wrap="square">
            <a:spAutoFit/>
          </a:bodyPr>
          <a:lstStyle/>
          <a:p>
            <a:pPr algn="just">
              <a:lnSpc>
                <a:spcPct val="107000"/>
              </a:lnSpc>
              <a:spcAft>
                <a:spcPts val="800"/>
              </a:spcAft>
              <a:buNone/>
            </a:pPr>
            <a:r>
              <a:rPr lang="en-US" sz="1600" b="1" dirty="0">
                <a:solidFill>
                  <a:srgbClr val="FFF4ED"/>
                </a:solidFill>
                <a:effectLst/>
                <a:latin typeface="Sagona Book" panose="02020503050505020204" pitchFamily="18" charset="0"/>
                <a:ea typeface="Aptos" panose="020B0004020202020204" pitchFamily="34" charset="0"/>
                <a:cs typeface="Arial" panose="020B0604020202020204" pitchFamily="34" charset="0"/>
              </a:rPr>
              <a:t>Unit 3: Machine Learning Workflows and Evaluation (15 Hours.)</a:t>
            </a:r>
            <a:endParaRPr lang="en-US" sz="1600" dirty="0">
              <a:solidFill>
                <a:srgbClr val="FFF4ED"/>
              </a:solidFill>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buNone/>
            </a:pPr>
            <a:r>
              <a:rPr lang="en-US" sz="1600" dirty="0">
                <a:solidFill>
                  <a:srgbClr val="FFF4ED"/>
                </a:solidFill>
                <a:effectLst/>
                <a:latin typeface="Sagona Book" panose="02020503050505020204" pitchFamily="18" charset="0"/>
                <a:ea typeface="Aptos" panose="020B0004020202020204" pitchFamily="34" charset="0"/>
                <a:cs typeface="Arial" panose="020B0604020202020204" pitchFamily="34" charset="0"/>
              </a:rPr>
              <a:t>The Machine Learning Workflow, Comprehensive Data Preparation (Data Cleaning, Normalization, Scaling, Encoding Categories), Feature Engineering for Civil Data (Calculating Rainfall Intensity, Runoff Coefficients, NDVI Anomalies), Model Training and Validation, Evaluation Metrics for Regression (RMSE, MAE, R²), Evaluation Metrics for Classification (Accuracy, Precision, Recall, F1 Score, ROC Curves), Statistical Challenges (Overfitting vs. Underfitting, Bias-Variance Tradeoff), Cross-Validation Techniques.</a:t>
            </a:r>
            <a:endParaRPr lang="en-US" sz="1600" dirty="0">
              <a:solidFill>
                <a:srgbClr val="FFF4ED"/>
              </a:solidFill>
              <a:effectLst/>
              <a:latin typeface="Aptos" panose="020B0004020202020204" pitchFamily="34" charset="0"/>
              <a:ea typeface="Aptos" panose="020B00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70EA31E-36CD-C4AF-C682-4A757E1A4D66}"/>
              </a:ext>
            </a:extLst>
          </p:cNvPr>
          <p:cNvSpPr txBox="1"/>
          <p:nvPr/>
        </p:nvSpPr>
        <p:spPr>
          <a:xfrm>
            <a:off x="419099" y="3110679"/>
            <a:ext cx="11505425" cy="2028440"/>
          </a:xfrm>
          <a:prstGeom prst="rect">
            <a:avLst/>
          </a:prstGeom>
          <a:solidFill>
            <a:srgbClr val="AD5C4D"/>
          </a:solidFill>
        </p:spPr>
        <p:txBody>
          <a:bodyPr wrap="square">
            <a:spAutoFit/>
          </a:bodyPr>
          <a:lstStyle/>
          <a:p>
            <a:pPr algn="just">
              <a:lnSpc>
                <a:spcPct val="107000"/>
              </a:lnSpc>
              <a:spcAft>
                <a:spcPts val="800"/>
              </a:spcAft>
              <a:buNone/>
            </a:pPr>
            <a:r>
              <a:rPr lang="en-US" sz="1600" b="1" dirty="0">
                <a:solidFill>
                  <a:srgbClr val="FFF4ED"/>
                </a:solidFill>
                <a:effectLst/>
                <a:latin typeface="Sagona Book" panose="02020503050505020204" pitchFamily="18" charset="0"/>
                <a:ea typeface="Aptos" panose="020B0004020202020204" pitchFamily="34" charset="0"/>
                <a:cs typeface="Arial" panose="020B0604020202020204" pitchFamily="34" charset="0"/>
              </a:rPr>
              <a:t>Unit 4: Advanced Modeling and Civil Engineering Applications (15 Hours.)</a:t>
            </a:r>
            <a:endParaRPr lang="en-US" sz="1600" dirty="0">
              <a:solidFill>
                <a:srgbClr val="FFF4ED"/>
              </a:solidFill>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buNone/>
            </a:pPr>
            <a:r>
              <a:rPr lang="en-US" sz="1600" dirty="0">
                <a:solidFill>
                  <a:srgbClr val="FFF4ED"/>
                </a:solidFill>
                <a:effectLst/>
                <a:latin typeface="Sagona Book" panose="02020503050505020204" pitchFamily="18" charset="0"/>
                <a:ea typeface="Aptos" panose="020B0004020202020204" pitchFamily="34" charset="0"/>
                <a:cs typeface="Arial" panose="020B0604020202020204" pitchFamily="34" charset="0"/>
              </a:rPr>
              <a:t>Machine Learning Algorithms &amp; Geospatial Engineering, Regression Models (Linear Regression for Structural Design, Logistic Regression for Failure Prediction), Tree-Based Models (Decision Trees, Random Forests for Flood Susceptibility and Crop Yield), Proximity and Probability Models (K-Nearest Neighbors, Naive Bayes), Clustering Techniques (K-Means and Hierarchical Clustering for Regional Analysis), Geospatial Data Structures (Raster vs. Vector data, Satellite Image Processing), Remote Sensing Integration (GIS + AI Fusion), Advanced Mapping Applications (Urban Heat Island analysis, Landslide Mapping, River Change Detection).</a:t>
            </a:r>
            <a:endParaRPr lang="en-US" sz="1600" dirty="0">
              <a:solidFill>
                <a:srgbClr val="FFF4ED"/>
              </a:solidFill>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3665507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D731B1B-4BC2-EA31-AEEF-7E8889135B84}"/>
              </a:ext>
            </a:extLst>
          </p:cNvPr>
          <p:cNvSpPr>
            <a:spLocks noGrp="1"/>
          </p:cNvSpPr>
          <p:nvPr>
            <p:ph type="ftr" sz="quarter" idx="11"/>
          </p:nvPr>
        </p:nvSpPr>
        <p:spPr/>
        <p:txBody>
          <a:bodyPr/>
          <a:lstStyle/>
          <a:p>
            <a:r>
              <a:rPr lang="en-US"/>
              <a:t>Pandit Deendayal Energy University - SOT</a:t>
            </a:r>
            <a:endParaRPr lang="en-US" dirty="0"/>
          </a:p>
        </p:txBody>
      </p:sp>
      <p:sp>
        <p:nvSpPr>
          <p:cNvPr id="3" name="Slide Number Placeholder 2">
            <a:extLst>
              <a:ext uri="{FF2B5EF4-FFF2-40B4-BE49-F238E27FC236}">
                <a16:creationId xmlns:a16="http://schemas.microsoft.com/office/drawing/2014/main" id="{49A0D9FC-10DC-2C53-ABF5-2E36808BA917}"/>
              </a:ext>
            </a:extLst>
          </p:cNvPr>
          <p:cNvSpPr>
            <a:spLocks noGrp="1"/>
          </p:cNvSpPr>
          <p:nvPr>
            <p:ph type="sldNum" sz="quarter" idx="12"/>
          </p:nvPr>
        </p:nvSpPr>
        <p:spPr/>
        <p:txBody>
          <a:bodyPr/>
          <a:lstStyle/>
          <a:p>
            <a:fld id="{58FB4751-880F-D840-AAA9-3A15815CC996}" type="slidenum">
              <a:rPr lang="en-US" smtClean="0"/>
              <a:pPr/>
              <a:t>10</a:t>
            </a:fld>
            <a:endParaRPr lang="en-US" dirty="0"/>
          </a:p>
        </p:txBody>
      </p:sp>
      <p:sp>
        <p:nvSpPr>
          <p:cNvPr id="4" name="Title 3">
            <a:extLst>
              <a:ext uri="{FF2B5EF4-FFF2-40B4-BE49-F238E27FC236}">
                <a16:creationId xmlns:a16="http://schemas.microsoft.com/office/drawing/2014/main" id="{636750F6-3B1D-7421-B0D4-E16582A53404}"/>
              </a:ext>
            </a:extLst>
          </p:cNvPr>
          <p:cNvSpPr>
            <a:spLocks noGrp="1"/>
          </p:cNvSpPr>
          <p:nvPr>
            <p:ph type="title"/>
          </p:nvPr>
        </p:nvSpPr>
        <p:spPr/>
        <p:txBody>
          <a:bodyPr/>
          <a:lstStyle/>
          <a:p>
            <a:r>
              <a:rPr lang="en-US" dirty="0"/>
              <a:t>Evaluation for this semester </a:t>
            </a:r>
          </a:p>
        </p:txBody>
      </p:sp>
      <mc:AlternateContent xmlns:mc="http://schemas.openxmlformats.org/markup-compatibility/2006" xmlns:a14="http://schemas.microsoft.com/office/drawing/2010/main">
        <mc:Choice Requires="a14">
          <p:graphicFrame>
            <p:nvGraphicFramePr>
              <p:cNvPr id="6" name="Table 2">
                <a:extLst>
                  <a:ext uri="{FF2B5EF4-FFF2-40B4-BE49-F238E27FC236}">
                    <a16:creationId xmlns:a16="http://schemas.microsoft.com/office/drawing/2014/main" id="{138900DC-3D07-F6C5-E7E6-8BF979633CD0}"/>
                  </a:ext>
                </a:extLst>
              </p:cNvPr>
              <p:cNvGraphicFramePr/>
              <p:nvPr>
                <p:extLst>
                  <p:ext uri="{D42A27DB-BD31-4B8C-83A1-F6EECF244321}">
                    <p14:modId xmlns:p14="http://schemas.microsoft.com/office/powerpoint/2010/main" val="433595858"/>
                  </p:ext>
                </p:extLst>
              </p:nvPr>
            </p:nvGraphicFramePr>
            <p:xfrm>
              <a:off x="667788" y="914400"/>
              <a:ext cx="10856423" cy="2396054"/>
            </p:xfrm>
            <a:graphic>
              <a:graphicData uri="http://schemas.openxmlformats.org/drawingml/2006/table">
                <a:tbl>
                  <a:tblPr>
                    <a:tableStyleId>{5DA37D80-6434-44D0-A028-1B22A696006F}</a:tableStyleId>
                  </a:tblPr>
                  <a:tblGrid>
                    <a:gridCol w="6417425">
                      <a:extLst>
                        <a:ext uri="{9D8B030D-6E8A-4147-A177-3AD203B41FA5}">
                          <a16:colId xmlns:a16="http://schemas.microsoft.com/office/drawing/2014/main" val="20000"/>
                        </a:ext>
                      </a:extLst>
                    </a:gridCol>
                    <a:gridCol w="1950114">
                      <a:extLst>
                        <a:ext uri="{9D8B030D-6E8A-4147-A177-3AD203B41FA5}">
                          <a16:colId xmlns:a16="http://schemas.microsoft.com/office/drawing/2014/main" val="20001"/>
                        </a:ext>
                      </a:extLst>
                    </a:gridCol>
                    <a:gridCol w="1244442">
                      <a:extLst>
                        <a:ext uri="{9D8B030D-6E8A-4147-A177-3AD203B41FA5}">
                          <a16:colId xmlns:a16="http://schemas.microsoft.com/office/drawing/2014/main" val="20002"/>
                        </a:ext>
                      </a:extLst>
                    </a:gridCol>
                    <a:gridCol w="1244442">
                      <a:extLst>
                        <a:ext uri="{9D8B030D-6E8A-4147-A177-3AD203B41FA5}">
                          <a16:colId xmlns:a16="http://schemas.microsoft.com/office/drawing/2014/main" val="20003"/>
                        </a:ext>
                      </a:extLst>
                    </a:gridCol>
                  </a:tblGrid>
                  <a:tr h="233750">
                    <a:tc>
                      <a:txBody>
                        <a:bodyPr/>
                        <a:lstStyle/>
                        <a:p>
                          <a:r>
                            <a:rPr lang="en-US" sz="1400" b="1" dirty="0">
                              <a:solidFill>
                                <a:schemeClr val="bg2">
                                  <a:lumMod val="10000"/>
                                </a:schemeClr>
                              </a:solidFill>
                              <a:latin typeface="Sagona" panose="02010004040101010103" pitchFamily="2" charset="0"/>
                              <a:ea typeface="Karla" pitchFamily="2" charset="0"/>
                            </a:rPr>
                            <a:t>Component </a:t>
                          </a:r>
                        </a:p>
                      </a:txBody>
                      <a:tcPr/>
                    </a:tc>
                    <a:tc>
                      <a:txBody>
                        <a:bodyPr/>
                        <a:lstStyle/>
                        <a:p>
                          <a:pPr algn="ctr">
                            <a:lnSpc>
                              <a:spcPct val="100000"/>
                            </a:lnSpc>
                          </a:pPr>
                          <a:r>
                            <a:rPr lang="en-IN" sz="1400" b="1" strike="noStrike" spc="-1" dirty="0">
                              <a:solidFill>
                                <a:schemeClr val="bg2">
                                  <a:lumMod val="10000"/>
                                </a:schemeClr>
                              </a:solidFill>
                              <a:latin typeface="Sagona" panose="02010004040101010103" pitchFamily="2" charset="0"/>
                              <a:ea typeface="Karla" pitchFamily="2" charset="0"/>
                            </a:rPr>
                            <a:t>IA</a:t>
                          </a:r>
                          <a:endParaRPr lang="en-US" sz="1400" b="1" strike="noStrike" spc="-1" dirty="0">
                            <a:solidFill>
                              <a:schemeClr val="bg2">
                                <a:lumMod val="10000"/>
                              </a:schemeClr>
                            </a:solidFill>
                            <a:latin typeface="Sagona" panose="02010004040101010103" pitchFamily="2" charset="0"/>
                            <a:ea typeface="Karla" pitchFamily="2" charset="0"/>
                          </a:endParaRPr>
                        </a:p>
                      </a:txBody>
                      <a:tcPr/>
                    </a:tc>
                    <a:tc>
                      <a:txBody>
                        <a:bodyPr/>
                        <a:lstStyle/>
                        <a:p>
                          <a:pPr algn="ctr">
                            <a:lnSpc>
                              <a:spcPct val="100000"/>
                            </a:lnSpc>
                          </a:pPr>
                          <a:r>
                            <a:rPr lang="en-IN" sz="1400" b="1" strike="noStrike" spc="-1" dirty="0">
                              <a:solidFill>
                                <a:schemeClr val="bg2">
                                  <a:lumMod val="10000"/>
                                </a:schemeClr>
                              </a:solidFill>
                              <a:latin typeface="Sagona" panose="02010004040101010103" pitchFamily="2" charset="0"/>
                              <a:ea typeface="Karla" pitchFamily="2" charset="0"/>
                            </a:rPr>
                            <a:t>Mid</a:t>
                          </a:r>
                          <a:endParaRPr lang="en-US" sz="1400" b="1" strike="noStrike" spc="-1" dirty="0">
                            <a:solidFill>
                              <a:schemeClr val="bg2">
                                <a:lumMod val="10000"/>
                              </a:schemeClr>
                            </a:solidFill>
                            <a:latin typeface="Sagona" panose="02010004040101010103" pitchFamily="2" charset="0"/>
                            <a:ea typeface="Karla" pitchFamily="2" charset="0"/>
                          </a:endParaRPr>
                        </a:p>
                      </a:txBody>
                      <a:tcPr>
                        <a:solidFill>
                          <a:schemeClr val="accent2">
                            <a:lumMod val="40000"/>
                            <a:lumOff val="60000"/>
                          </a:schemeClr>
                        </a:solidFill>
                      </a:tcPr>
                    </a:tc>
                    <a:tc>
                      <a:txBody>
                        <a:bodyPr/>
                        <a:lstStyle/>
                        <a:p>
                          <a:pPr algn="ctr">
                            <a:lnSpc>
                              <a:spcPct val="100000"/>
                            </a:lnSpc>
                          </a:pPr>
                          <a:r>
                            <a:rPr lang="en-US" sz="1400" b="1" strike="noStrike" kern="1200" spc="-1" dirty="0">
                              <a:solidFill>
                                <a:schemeClr val="bg2">
                                  <a:lumMod val="10000"/>
                                </a:schemeClr>
                              </a:solidFill>
                              <a:latin typeface="Sagona" panose="02010004040101010103" pitchFamily="2" charset="0"/>
                              <a:ea typeface="Karla" pitchFamily="2" charset="0"/>
                            </a:rPr>
                            <a:t>Final</a:t>
                          </a:r>
                          <a:endParaRPr lang="en-US" sz="1400" b="1" strike="noStrike" kern="1200" spc="-1" dirty="0">
                            <a:solidFill>
                              <a:schemeClr val="bg2">
                                <a:lumMod val="10000"/>
                              </a:schemeClr>
                            </a:solidFill>
                            <a:latin typeface="Sagona" panose="02010004040101010103" pitchFamily="2" charset="0"/>
                            <a:ea typeface="Karla" pitchFamily="2" charset="0"/>
                            <a:cs typeface="+mn-cs"/>
                          </a:endParaRPr>
                        </a:p>
                      </a:txBody>
                      <a:tcPr/>
                    </a:tc>
                    <a:extLst>
                      <a:ext uri="{0D108BD9-81ED-4DB2-BD59-A6C34878D82A}">
                        <a16:rowId xmlns:a16="http://schemas.microsoft.com/office/drawing/2014/main" val="10000"/>
                      </a:ext>
                    </a:extLst>
                  </a:tr>
                  <a:tr h="390688">
                    <a:tc>
                      <a:txBody>
                        <a:bodyPr/>
                        <a:lstStyle/>
                        <a:p>
                          <a:pPr>
                            <a:lnSpc>
                              <a:spcPct val="100000"/>
                            </a:lnSpc>
                          </a:pPr>
                          <a:r>
                            <a:rPr lang="en-US" sz="1600" b="0" strike="noStrike" kern="1200" spc="-1" dirty="0">
                              <a:solidFill>
                                <a:srgbClr val="000000"/>
                              </a:solidFill>
                              <a:latin typeface="Sagona" panose="02010004040101010103" pitchFamily="2" charset="0"/>
                              <a:ea typeface="Karla" pitchFamily="2" charset="0"/>
                            </a:rPr>
                            <a:t>Written Exam</a:t>
                          </a:r>
                          <a:endParaRPr lang="en-US" sz="1600" b="0" strike="noStrike" kern="1200" spc="-1" dirty="0">
                            <a:solidFill>
                              <a:srgbClr val="000000"/>
                            </a:solidFill>
                            <a:latin typeface="Sagona" panose="02010004040101010103" pitchFamily="2" charset="0"/>
                            <a:ea typeface="Karla" pitchFamily="2" charset="0"/>
                            <a:cs typeface="+mn-cs"/>
                          </a:endParaRP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0</a:t>
                          </a:r>
                          <a:endParaRPr lang="en-US" sz="1600" b="0" strike="noStrike" spc="-1" dirty="0">
                            <a:latin typeface="Sagona" panose="02010004040101010103" pitchFamily="2" charset="0"/>
                            <a:ea typeface="Karla" pitchFamily="2" charset="0"/>
                          </a:endParaRP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25</a:t>
                          </a:r>
                          <a:endParaRPr lang="en-US" sz="1600" b="0" strike="noStrike" spc="-1" dirty="0">
                            <a:latin typeface="Sagona" panose="02010004040101010103" pitchFamily="2" charset="0"/>
                            <a:ea typeface="Karla" pitchFamily="2" charset="0"/>
                          </a:endParaRPr>
                        </a:p>
                      </a:txBody>
                      <a:tcPr>
                        <a:solidFill>
                          <a:schemeClr val="accent2">
                            <a:lumMod val="40000"/>
                            <a:lumOff val="60000"/>
                          </a:schemeClr>
                        </a:solidFill>
                      </a:tcPr>
                    </a:tc>
                    <a:tc>
                      <a:txBody>
                        <a:bodyPr/>
                        <a:lstStyle/>
                        <a:p>
                          <a:pPr algn="ctr">
                            <a:lnSpc>
                              <a:spcPct val="100000"/>
                            </a:lnSpc>
                          </a:pPr>
                          <a14:m>
                            <m:oMathPara xmlns:m="http://schemas.openxmlformats.org/officeDocument/2006/math">
                              <m:oMathParaPr>
                                <m:jc m:val="centerGroup"/>
                              </m:oMathParaPr>
                              <m:oMath xmlns:m="http://schemas.openxmlformats.org/officeDocument/2006/math">
                                <m:d>
                                  <m:dPr>
                                    <m:ctrlPr>
                                      <a:rPr lang="en-IN" sz="1600" b="0" i="1" strike="noStrike" spc="-1" smtClean="0">
                                        <a:solidFill>
                                          <a:srgbClr val="000000"/>
                                        </a:solidFill>
                                        <a:latin typeface="Cambria Math" panose="02040503050406030204" pitchFamily="18" charset="0"/>
                                      </a:rPr>
                                    </m:ctrlPr>
                                  </m:dPr>
                                  <m:e>
                                    <m:f>
                                      <m:fPr>
                                        <m:ctrlPr>
                                          <a:rPr lang="en-IN" sz="1600" b="0" i="1" strike="noStrike" spc="-1" smtClean="0">
                                            <a:solidFill>
                                              <a:srgbClr val="000000"/>
                                            </a:solidFill>
                                            <a:latin typeface="Cambria Math" panose="02040503050406030204" pitchFamily="18" charset="0"/>
                                          </a:rPr>
                                        </m:ctrlPr>
                                      </m:fPr>
                                      <m:num>
                                        <m:r>
                                          <a:rPr lang="en-US" sz="1600" b="1" i="1" strike="noStrike" spc="-1" smtClean="0">
                                            <a:solidFill>
                                              <a:srgbClr val="C00000"/>
                                            </a:solidFill>
                                            <a:latin typeface="Cambria Math" panose="02040503050406030204" pitchFamily="18" charset="0"/>
                                          </a:rPr>
                                          <m:t>𝟏𝟎𝟎</m:t>
                                        </m:r>
                                      </m:num>
                                      <m:den>
                                        <m:r>
                                          <a:rPr lang="en-US" sz="1600" b="0" i="1" strike="noStrike" spc="-1" smtClean="0">
                                            <a:solidFill>
                                              <a:schemeClr val="tx1"/>
                                            </a:solidFill>
                                            <a:latin typeface="Cambria Math" panose="02040503050406030204" pitchFamily="18" charset="0"/>
                                          </a:rPr>
                                          <m:t>2</m:t>
                                        </m:r>
                                      </m:den>
                                    </m:f>
                                  </m:e>
                                </m:d>
                              </m:oMath>
                            </m:oMathPara>
                          </a14:m>
                          <a:endParaRPr lang="en-US" sz="1600" b="0" strike="noStrike" spc="-1" dirty="0">
                            <a:latin typeface="Sagona" panose="02010004040101010103" pitchFamily="2" charset="0"/>
                            <a:ea typeface="Karla" pitchFamily="2" charset="0"/>
                          </a:endParaRPr>
                        </a:p>
                      </a:txBody>
                      <a:tcPr/>
                    </a:tc>
                    <a:extLst>
                      <a:ext uri="{0D108BD9-81ED-4DB2-BD59-A6C34878D82A}">
                        <a16:rowId xmlns:a16="http://schemas.microsoft.com/office/drawing/2014/main" val="10001"/>
                      </a:ext>
                    </a:extLst>
                  </a:tr>
                  <a:tr h="3906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strike="noStrike" kern="1200" spc="-1" dirty="0">
                              <a:solidFill>
                                <a:srgbClr val="000000"/>
                              </a:solidFill>
                              <a:latin typeface="Sagona" panose="02010004040101010103" pitchFamily="2" charset="0"/>
                              <a:ea typeface="Karla" pitchFamily="2" charset="0"/>
                            </a:rPr>
                            <a:t>Quiz </a:t>
                          </a:r>
                          <a:endParaRPr lang="en-US" sz="1600" b="0" strike="noStrike" kern="1200" spc="-1" dirty="0">
                            <a:solidFill>
                              <a:srgbClr val="000000"/>
                            </a:solidFill>
                            <a:latin typeface="Sagona" panose="02010004040101010103" pitchFamily="2" charset="0"/>
                            <a:ea typeface="Karla" pitchFamily="2" charset="0"/>
                            <a:cs typeface="+mn-cs"/>
                          </a:endParaRPr>
                        </a:p>
                      </a:txBody>
                      <a:tcPr/>
                    </a:tc>
                    <a:tc>
                      <a:txBody>
                        <a:bodyPr/>
                        <a:lstStyle/>
                        <a:p>
                          <a:pPr algn="ctr">
                            <a:lnSpc>
                              <a:spcPct val="100000"/>
                            </a:lnSpc>
                          </a:pPr>
                          <a14:m>
                            <m:oMathPara xmlns:m="http://schemas.openxmlformats.org/officeDocument/2006/math">
                              <m:oMathParaPr>
                                <m:jc m:val="centerGroup"/>
                              </m:oMathParaPr>
                              <m:oMath xmlns:m="http://schemas.openxmlformats.org/officeDocument/2006/math">
                                <m:r>
                                  <a:rPr lang="en-US" sz="1600" b="0" i="1" strike="noStrike" spc="-1" smtClean="0">
                                    <a:latin typeface="Cambria Math" panose="02040503050406030204" pitchFamily="18" charset="0"/>
                                    <a:ea typeface="Karla" pitchFamily="2" charset="0"/>
                                  </a:rPr>
                                  <m:t>4+5</m:t>
                                </m:r>
                              </m:oMath>
                            </m:oMathPara>
                          </a14:m>
                          <a:endParaRPr lang="en-US" sz="1600" b="0" strike="noStrike" spc="-1" dirty="0">
                            <a:latin typeface="Sagona" panose="02010004040101010103" pitchFamily="2" charset="0"/>
                            <a:ea typeface="Karla" pitchFamily="2" charset="0"/>
                          </a:endParaRP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a:t>
                          </a:r>
                          <a:endParaRPr lang="en-US" sz="1600" b="0" strike="noStrike" spc="-1" dirty="0">
                            <a:latin typeface="Sagona" panose="02010004040101010103" pitchFamily="2" charset="0"/>
                            <a:ea typeface="Karla" pitchFamily="2" charset="0"/>
                          </a:endParaRPr>
                        </a:p>
                      </a:txBody>
                      <a:tcPr>
                        <a:solidFill>
                          <a:schemeClr val="accent2">
                            <a:lumMod val="40000"/>
                            <a:lumOff val="60000"/>
                          </a:schemeClr>
                        </a:solidFill>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a:t>
                          </a:r>
                          <a:endParaRPr lang="en-US" sz="1600" b="0" strike="noStrike" spc="-1" dirty="0">
                            <a:latin typeface="Sagona" panose="02010004040101010103" pitchFamily="2" charset="0"/>
                            <a:ea typeface="Karla" pitchFamily="2" charset="0"/>
                          </a:endParaRPr>
                        </a:p>
                      </a:txBody>
                      <a:tcPr/>
                    </a:tc>
                    <a:extLst>
                      <a:ext uri="{0D108BD9-81ED-4DB2-BD59-A6C34878D82A}">
                        <a16:rowId xmlns:a16="http://schemas.microsoft.com/office/drawing/2014/main" val="10002"/>
                      </a:ext>
                    </a:extLst>
                  </a:tr>
                  <a:tr h="390688">
                    <a:tc>
                      <a:txBody>
                        <a:bodyPr/>
                        <a:lstStyle/>
                        <a:p>
                          <a:pPr>
                            <a:lnSpc>
                              <a:spcPct val="100000"/>
                            </a:lnSpc>
                          </a:pPr>
                          <a:r>
                            <a:rPr lang="en-US" sz="1600" b="0" strike="noStrike" spc="-1" dirty="0">
                              <a:solidFill>
                                <a:srgbClr val="000000"/>
                              </a:solidFill>
                              <a:latin typeface="Sagona" panose="02010004040101010103" pitchFamily="2" charset="0"/>
                              <a:ea typeface="Karla" pitchFamily="2" charset="0"/>
                            </a:rPr>
                            <a:t>Assignments</a:t>
                          </a:r>
                          <a:endParaRPr lang="en-US" sz="1600" b="0" strike="noStrike" spc="-1" dirty="0">
                            <a:latin typeface="Sagona" panose="02010004040101010103" pitchFamily="2" charset="0"/>
                            <a:ea typeface="Karla" pitchFamily="2" charset="0"/>
                          </a:endParaRPr>
                        </a:p>
                      </a:txBody>
                      <a:tcPr/>
                    </a:tc>
                    <a:tc>
                      <a:txBody>
                        <a:bodyPr/>
                        <a:lstStyle/>
                        <a:p>
                          <a:pPr algn="ctr">
                            <a:lnSpc>
                              <a:spcPct val="100000"/>
                            </a:lnSpc>
                          </a:pPr>
                          <a:r>
                            <a:rPr lang="en-US" sz="1600" b="0" strike="noStrike" spc="-1" dirty="0">
                              <a:latin typeface="Sagona" panose="02010004040101010103" pitchFamily="2" charset="0"/>
                              <a:ea typeface="Karla" pitchFamily="2" charset="0"/>
                            </a:rPr>
                            <a:t>16</a:t>
                          </a: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a:t>
                          </a:r>
                          <a:endParaRPr lang="en-US" sz="1600" b="0" strike="noStrike" spc="-1" dirty="0">
                            <a:latin typeface="Sagona" panose="02010004040101010103" pitchFamily="2" charset="0"/>
                            <a:ea typeface="Karla" pitchFamily="2" charset="0"/>
                          </a:endParaRPr>
                        </a:p>
                      </a:txBody>
                      <a:tcPr>
                        <a:solidFill>
                          <a:schemeClr val="accent2">
                            <a:lumMod val="40000"/>
                            <a:lumOff val="60000"/>
                          </a:schemeClr>
                        </a:solidFill>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a:t>
                          </a:r>
                          <a:endParaRPr lang="en-US" sz="1600" b="0" strike="noStrike" spc="-1" dirty="0">
                            <a:latin typeface="Sagona" panose="02010004040101010103" pitchFamily="2" charset="0"/>
                            <a:ea typeface="Karla" pitchFamily="2" charset="0"/>
                          </a:endParaRPr>
                        </a:p>
                      </a:txBody>
                      <a:tcPr/>
                    </a:tc>
                    <a:extLst>
                      <a:ext uri="{0D108BD9-81ED-4DB2-BD59-A6C34878D82A}">
                        <a16:rowId xmlns:a16="http://schemas.microsoft.com/office/drawing/2014/main" val="10003"/>
                      </a:ext>
                    </a:extLst>
                  </a:tr>
                  <a:tr h="236971">
                    <a:tc>
                      <a:txBody>
                        <a:bodyPr/>
                        <a:lstStyle/>
                        <a:p>
                          <a:pPr>
                            <a:lnSpc>
                              <a:spcPct val="100000"/>
                            </a:lnSpc>
                          </a:pPr>
                          <a:r>
                            <a:rPr lang="en-IN" sz="1600" b="0" strike="noStrike" spc="-1" dirty="0">
                              <a:solidFill>
                                <a:srgbClr val="000000"/>
                              </a:solidFill>
                              <a:latin typeface="Sagona" panose="02010004040101010103" pitchFamily="2" charset="0"/>
                              <a:ea typeface="Karla" pitchFamily="2" charset="0"/>
                            </a:rPr>
                            <a:t>SUM</a:t>
                          </a:r>
                          <a:endParaRPr lang="en-US" sz="1600" b="0" strike="noStrike" spc="-1" dirty="0">
                            <a:latin typeface="Sagona" panose="02010004040101010103" pitchFamily="2" charset="0"/>
                            <a:ea typeface="Karla" pitchFamily="2" charset="0"/>
                          </a:endParaRP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25</a:t>
                          </a:r>
                          <a:endParaRPr lang="en-US" sz="1600" b="0" strike="noStrike" spc="-1" dirty="0">
                            <a:latin typeface="Sagona" panose="02010004040101010103" pitchFamily="2" charset="0"/>
                            <a:ea typeface="Karla" pitchFamily="2" charset="0"/>
                          </a:endParaRP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25</a:t>
                          </a:r>
                          <a:endParaRPr lang="en-US" sz="1600" b="0" strike="noStrike" spc="-1" dirty="0">
                            <a:latin typeface="Sagona" panose="02010004040101010103" pitchFamily="2" charset="0"/>
                            <a:ea typeface="Karla" pitchFamily="2" charset="0"/>
                          </a:endParaRPr>
                        </a:p>
                      </a:txBody>
                      <a:tcPr>
                        <a:solidFill>
                          <a:schemeClr val="accent2">
                            <a:lumMod val="40000"/>
                            <a:lumOff val="60000"/>
                          </a:schemeClr>
                        </a:solidFill>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50</a:t>
                          </a:r>
                          <a:endParaRPr lang="en-US" sz="1600" b="0" strike="noStrike" spc="-1" dirty="0">
                            <a:latin typeface="Sagona" panose="02010004040101010103" pitchFamily="2" charset="0"/>
                            <a:ea typeface="Karla" pitchFamily="2" charset="0"/>
                          </a:endParaRPr>
                        </a:p>
                      </a:txBody>
                      <a:tcPr/>
                    </a:tc>
                    <a:extLst>
                      <a:ext uri="{0D108BD9-81ED-4DB2-BD59-A6C34878D82A}">
                        <a16:rowId xmlns:a16="http://schemas.microsoft.com/office/drawing/2014/main" val="10004"/>
                      </a:ext>
                    </a:extLst>
                  </a:tr>
                  <a:tr h="253229">
                    <a:tc gridSpan="4">
                      <a:txBody>
                        <a:bodyPr/>
                        <a:lstStyle/>
                        <a:p>
                          <a:pPr algn="l">
                            <a:lnSpc>
                              <a:spcPct val="100000"/>
                            </a:lnSpc>
                            <a:tabLst>
                              <a:tab pos="0" algn="l"/>
                            </a:tabLst>
                          </a:pPr>
                          <a:r>
                            <a:rPr lang="en-US" sz="1600" b="0" strike="noStrike" spc="-1" dirty="0">
                              <a:solidFill>
                                <a:srgbClr val="000000"/>
                              </a:solidFill>
                              <a:latin typeface="Sagona" panose="02010004040101010103" pitchFamily="2" charset="0"/>
                              <a:ea typeface="Karla" pitchFamily="2" charset="0"/>
                            </a:rPr>
                            <a:t>End Semester Exams (3-hr): </a:t>
                          </a:r>
                          <a:r>
                            <a:rPr lang="en-US" sz="1600" b="0" i="1" strike="noStrike" spc="-1" dirty="0">
                              <a:solidFill>
                                <a:srgbClr val="000000"/>
                              </a:solidFill>
                              <a:latin typeface="Sagona" panose="02010004040101010103" pitchFamily="2" charset="0"/>
                              <a:ea typeface="Karla" pitchFamily="2" charset="0"/>
                            </a:rPr>
                            <a:t>26 Nov 2026</a:t>
                          </a:r>
                          <a:endParaRPr lang="en-US" sz="1600" b="0" i="1" strike="noStrike" spc="-1" dirty="0">
                            <a:latin typeface="Sagona" panose="02010004040101010103" pitchFamily="2" charset="0"/>
                            <a:ea typeface="Karla" pitchFamily="2" charset="0"/>
                          </a:endParaRPr>
                        </a:p>
                      </a:txBody>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lnT w="12240" cap="flat" cmpd="sng" algn="ctr">
                          <a:solidFill>
                            <a:srgbClr val="000000"/>
                          </a:solidFill>
                          <a:prstDash val="solid"/>
                          <a:round/>
                          <a:headEnd type="none" w="med" len="med"/>
                          <a:tailEnd type="none" w="med" len="med"/>
                        </a:lnT>
                        <a:solidFill>
                          <a:srgbClr val="729FCF"/>
                        </a:solidFill>
                      </a:tcPr>
                    </a:tc>
                    <a:extLst>
                      <a:ext uri="{0D108BD9-81ED-4DB2-BD59-A6C34878D82A}">
                        <a16:rowId xmlns:a16="http://schemas.microsoft.com/office/drawing/2014/main" val="10005"/>
                      </a:ext>
                    </a:extLst>
                  </a:tr>
                </a:tbl>
              </a:graphicData>
            </a:graphic>
          </p:graphicFrame>
        </mc:Choice>
        <mc:Fallback xmlns="">
          <p:graphicFrame>
            <p:nvGraphicFramePr>
              <p:cNvPr id="6" name="Table 2">
                <a:extLst>
                  <a:ext uri="{FF2B5EF4-FFF2-40B4-BE49-F238E27FC236}">
                    <a16:creationId xmlns:a16="http://schemas.microsoft.com/office/drawing/2014/main" id="{138900DC-3D07-F6C5-E7E6-8BF979633CD0}"/>
                  </a:ext>
                </a:extLst>
              </p:cNvPr>
              <p:cNvGraphicFramePr/>
              <p:nvPr>
                <p:extLst>
                  <p:ext uri="{D42A27DB-BD31-4B8C-83A1-F6EECF244321}">
                    <p14:modId xmlns:p14="http://schemas.microsoft.com/office/powerpoint/2010/main" val="433595858"/>
                  </p:ext>
                </p:extLst>
              </p:nvPr>
            </p:nvGraphicFramePr>
            <p:xfrm>
              <a:off x="667788" y="914400"/>
              <a:ext cx="10856423" cy="2396054"/>
            </p:xfrm>
            <a:graphic>
              <a:graphicData uri="http://schemas.openxmlformats.org/drawingml/2006/table">
                <a:tbl>
                  <a:tblPr>
                    <a:tableStyleId>{5DA37D80-6434-44D0-A028-1B22A696006F}</a:tableStyleId>
                  </a:tblPr>
                  <a:tblGrid>
                    <a:gridCol w="6417425">
                      <a:extLst>
                        <a:ext uri="{9D8B030D-6E8A-4147-A177-3AD203B41FA5}">
                          <a16:colId xmlns:a16="http://schemas.microsoft.com/office/drawing/2014/main" val="20000"/>
                        </a:ext>
                      </a:extLst>
                    </a:gridCol>
                    <a:gridCol w="1950114">
                      <a:extLst>
                        <a:ext uri="{9D8B030D-6E8A-4147-A177-3AD203B41FA5}">
                          <a16:colId xmlns:a16="http://schemas.microsoft.com/office/drawing/2014/main" val="20001"/>
                        </a:ext>
                      </a:extLst>
                    </a:gridCol>
                    <a:gridCol w="1244442">
                      <a:extLst>
                        <a:ext uri="{9D8B030D-6E8A-4147-A177-3AD203B41FA5}">
                          <a16:colId xmlns:a16="http://schemas.microsoft.com/office/drawing/2014/main" val="20002"/>
                        </a:ext>
                      </a:extLst>
                    </a:gridCol>
                    <a:gridCol w="1244442">
                      <a:extLst>
                        <a:ext uri="{9D8B030D-6E8A-4147-A177-3AD203B41FA5}">
                          <a16:colId xmlns:a16="http://schemas.microsoft.com/office/drawing/2014/main" val="20003"/>
                        </a:ext>
                      </a:extLst>
                    </a:gridCol>
                  </a:tblGrid>
                  <a:tr h="304800">
                    <a:tc>
                      <a:txBody>
                        <a:bodyPr/>
                        <a:lstStyle/>
                        <a:p>
                          <a:r>
                            <a:rPr lang="en-US" sz="1400" b="1" dirty="0">
                              <a:solidFill>
                                <a:schemeClr val="bg2">
                                  <a:lumMod val="10000"/>
                                </a:schemeClr>
                              </a:solidFill>
                              <a:latin typeface="Sagona" panose="02010004040101010103" pitchFamily="2" charset="0"/>
                              <a:ea typeface="Karla" pitchFamily="2" charset="0"/>
                            </a:rPr>
                            <a:t>Component </a:t>
                          </a:r>
                        </a:p>
                      </a:txBody>
                      <a:tcPr/>
                    </a:tc>
                    <a:tc>
                      <a:txBody>
                        <a:bodyPr/>
                        <a:lstStyle/>
                        <a:p>
                          <a:pPr algn="ctr">
                            <a:lnSpc>
                              <a:spcPct val="100000"/>
                            </a:lnSpc>
                          </a:pPr>
                          <a:r>
                            <a:rPr lang="en-IN" sz="1400" b="1" strike="noStrike" spc="-1" dirty="0">
                              <a:solidFill>
                                <a:schemeClr val="bg2">
                                  <a:lumMod val="10000"/>
                                </a:schemeClr>
                              </a:solidFill>
                              <a:latin typeface="Sagona" panose="02010004040101010103" pitchFamily="2" charset="0"/>
                              <a:ea typeface="Karla" pitchFamily="2" charset="0"/>
                            </a:rPr>
                            <a:t>IA</a:t>
                          </a:r>
                          <a:endParaRPr lang="en-US" sz="1400" b="1" strike="noStrike" spc="-1" dirty="0">
                            <a:solidFill>
                              <a:schemeClr val="bg2">
                                <a:lumMod val="10000"/>
                              </a:schemeClr>
                            </a:solidFill>
                            <a:latin typeface="Sagona" panose="02010004040101010103" pitchFamily="2" charset="0"/>
                            <a:ea typeface="Karla" pitchFamily="2" charset="0"/>
                          </a:endParaRPr>
                        </a:p>
                      </a:txBody>
                      <a:tcPr/>
                    </a:tc>
                    <a:tc>
                      <a:txBody>
                        <a:bodyPr/>
                        <a:lstStyle/>
                        <a:p>
                          <a:pPr algn="ctr">
                            <a:lnSpc>
                              <a:spcPct val="100000"/>
                            </a:lnSpc>
                          </a:pPr>
                          <a:r>
                            <a:rPr lang="en-IN" sz="1400" b="1" strike="noStrike" spc="-1" dirty="0">
                              <a:solidFill>
                                <a:schemeClr val="bg2">
                                  <a:lumMod val="10000"/>
                                </a:schemeClr>
                              </a:solidFill>
                              <a:latin typeface="Sagona" panose="02010004040101010103" pitchFamily="2" charset="0"/>
                              <a:ea typeface="Karla" pitchFamily="2" charset="0"/>
                            </a:rPr>
                            <a:t>Mid</a:t>
                          </a:r>
                          <a:endParaRPr lang="en-US" sz="1400" b="1" strike="noStrike" spc="-1" dirty="0">
                            <a:solidFill>
                              <a:schemeClr val="bg2">
                                <a:lumMod val="10000"/>
                              </a:schemeClr>
                            </a:solidFill>
                            <a:latin typeface="Sagona" panose="02010004040101010103" pitchFamily="2" charset="0"/>
                            <a:ea typeface="Karla" pitchFamily="2" charset="0"/>
                          </a:endParaRPr>
                        </a:p>
                      </a:txBody>
                      <a:tcPr>
                        <a:solidFill>
                          <a:schemeClr val="accent2">
                            <a:lumMod val="40000"/>
                            <a:lumOff val="60000"/>
                          </a:schemeClr>
                        </a:solidFill>
                      </a:tcPr>
                    </a:tc>
                    <a:tc>
                      <a:txBody>
                        <a:bodyPr/>
                        <a:lstStyle/>
                        <a:p>
                          <a:pPr algn="ctr">
                            <a:lnSpc>
                              <a:spcPct val="100000"/>
                            </a:lnSpc>
                          </a:pPr>
                          <a:r>
                            <a:rPr lang="en-US" sz="1400" b="1" strike="noStrike" kern="1200" spc="-1" dirty="0">
                              <a:solidFill>
                                <a:schemeClr val="bg2">
                                  <a:lumMod val="10000"/>
                                </a:schemeClr>
                              </a:solidFill>
                              <a:latin typeface="Sagona" panose="02010004040101010103" pitchFamily="2" charset="0"/>
                              <a:ea typeface="Karla" pitchFamily="2" charset="0"/>
                            </a:rPr>
                            <a:t>Final</a:t>
                          </a:r>
                          <a:endParaRPr lang="en-US" sz="1400" b="1" strike="noStrike" kern="1200" spc="-1" dirty="0">
                            <a:solidFill>
                              <a:schemeClr val="bg2">
                                <a:lumMod val="10000"/>
                              </a:schemeClr>
                            </a:solidFill>
                            <a:latin typeface="Sagona" panose="02010004040101010103" pitchFamily="2" charset="0"/>
                            <a:ea typeface="Karla" pitchFamily="2" charset="0"/>
                            <a:cs typeface="+mn-cs"/>
                          </a:endParaRPr>
                        </a:p>
                      </a:txBody>
                      <a:tcPr/>
                    </a:tc>
                    <a:extLst>
                      <a:ext uri="{0D108BD9-81ED-4DB2-BD59-A6C34878D82A}">
                        <a16:rowId xmlns:a16="http://schemas.microsoft.com/office/drawing/2014/main" val="10000"/>
                      </a:ext>
                    </a:extLst>
                  </a:tr>
                  <a:tr h="639318">
                    <a:tc>
                      <a:txBody>
                        <a:bodyPr/>
                        <a:lstStyle/>
                        <a:p>
                          <a:pPr>
                            <a:lnSpc>
                              <a:spcPct val="100000"/>
                            </a:lnSpc>
                          </a:pPr>
                          <a:r>
                            <a:rPr lang="en-US" sz="1600" b="0" strike="noStrike" kern="1200" spc="-1" dirty="0">
                              <a:solidFill>
                                <a:srgbClr val="000000"/>
                              </a:solidFill>
                              <a:latin typeface="Sagona" panose="02010004040101010103" pitchFamily="2" charset="0"/>
                              <a:ea typeface="Karla" pitchFamily="2" charset="0"/>
                            </a:rPr>
                            <a:t>Written Exam</a:t>
                          </a:r>
                          <a:endParaRPr lang="en-US" sz="1600" b="0" strike="noStrike" kern="1200" spc="-1" dirty="0">
                            <a:solidFill>
                              <a:srgbClr val="000000"/>
                            </a:solidFill>
                            <a:latin typeface="Sagona" panose="02010004040101010103" pitchFamily="2" charset="0"/>
                            <a:ea typeface="Karla" pitchFamily="2" charset="0"/>
                            <a:cs typeface="+mn-cs"/>
                          </a:endParaRP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0</a:t>
                          </a:r>
                          <a:endParaRPr lang="en-US" sz="1600" b="0" strike="noStrike" spc="-1" dirty="0">
                            <a:latin typeface="Sagona" panose="02010004040101010103" pitchFamily="2" charset="0"/>
                            <a:ea typeface="Karla" pitchFamily="2" charset="0"/>
                          </a:endParaRP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25</a:t>
                          </a:r>
                          <a:endParaRPr lang="en-US" sz="1600" b="0" strike="noStrike" spc="-1" dirty="0">
                            <a:latin typeface="Sagona" panose="02010004040101010103" pitchFamily="2" charset="0"/>
                            <a:ea typeface="Karla" pitchFamily="2" charset="0"/>
                          </a:endParaRPr>
                        </a:p>
                      </a:txBody>
                      <a:tcPr>
                        <a:solidFill>
                          <a:schemeClr val="accent2">
                            <a:lumMod val="40000"/>
                            <a:lumOff val="60000"/>
                          </a:schemeClr>
                        </a:solidFill>
                      </a:tcPr>
                    </a:tc>
                    <a:tc>
                      <a:txBody>
                        <a:bodyPr/>
                        <a:lstStyle/>
                        <a:p>
                          <a:endParaRPr lang="en-US"/>
                        </a:p>
                      </a:txBody>
                      <a:tcPr>
                        <a:blipFill>
                          <a:blip r:embed="rId2"/>
                          <a:stretch>
                            <a:fillRect l="-774020" t="-49524" r="-980" b="-239048"/>
                          </a:stretch>
                        </a:blipFill>
                      </a:tcPr>
                    </a:tc>
                    <a:extLst>
                      <a:ext uri="{0D108BD9-81ED-4DB2-BD59-A6C34878D82A}">
                        <a16:rowId xmlns:a16="http://schemas.microsoft.com/office/drawing/2014/main" val="10001"/>
                      </a:ext>
                    </a:extLst>
                  </a:tr>
                  <a:tr h="3906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0" strike="noStrike" kern="1200" spc="-1" dirty="0">
                              <a:solidFill>
                                <a:srgbClr val="000000"/>
                              </a:solidFill>
                              <a:latin typeface="Sagona" panose="02010004040101010103" pitchFamily="2" charset="0"/>
                              <a:ea typeface="Karla" pitchFamily="2" charset="0"/>
                            </a:rPr>
                            <a:t>Quiz </a:t>
                          </a:r>
                          <a:endParaRPr lang="en-US" sz="1600" b="0" strike="noStrike" kern="1200" spc="-1" dirty="0">
                            <a:solidFill>
                              <a:srgbClr val="000000"/>
                            </a:solidFill>
                            <a:latin typeface="Sagona" panose="02010004040101010103" pitchFamily="2" charset="0"/>
                            <a:ea typeface="Karla" pitchFamily="2" charset="0"/>
                            <a:cs typeface="+mn-cs"/>
                          </a:endParaRPr>
                        </a:p>
                      </a:txBody>
                      <a:tcPr/>
                    </a:tc>
                    <a:tc>
                      <a:txBody>
                        <a:bodyPr/>
                        <a:lstStyle/>
                        <a:p>
                          <a:endParaRPr lang="en-US"/>
                        </a:p>
                      </a:txBody>
                      <a:tcPr>
                        <a:blipFill>
                          <a:blip r:embed="rId2"/>
                          <a:stretch>
                            <a:fillRect l="-329375" t="-245313" r="-128437" b="-292188"/>
                          </a:stretch>
                        </a:blipFill>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a:t>
                          </a:r>
                          <a:endParaRPr lang="en-US" sz="1600" b="0" strike="noStrike" spc="-1" dirty="0">
                            <a:latin typeface="Sagona" panose="02010004040101010103" pitchFamily="2" charset="0"/>
                            <a:ea typeface="Karla" pitchFamily="2" charset="0"/>
                          </a:endParaRPr>
                        </a:p>
                      </a:txBody>
                      <a:tcPr>
                        <a:solidFill>
                          <a:schemeClr val="accent2">
                            <a:lumMod val="40000"/>
                            <a:lumOff val="60000"/>
                          </a:schemeClr>
                        </a:solidFill>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a:t>
                          </a:r>
                          <a:endParaRPr lang="en-US" sz="1600" b="0" strike="noStrike" spc="-1" dirty="0">
                            <a:latin typeface="Sagona" panose="02010004040101010103" pitchFamily="2" charset="0"/>
                            <a:ea typeface="Karla" pitchFamily="2" charset="0"/>
                          </a:endParaRPr>
                        </a:p>
                      </a:txBody>
                      <a:tcPr/>
                    </a:tc>
                    <a:extLst>
                      <a:ext uri="{0D108BD9-81ED-4DB2-BD59-A6C34878D82A}">
                        <a16:rowId xmlns:a16="http://schemas.microsoft.com/office/drawing/2014/main" val="10002"/>
                      </a:ext>
                    </a:extLst>
                  </a:tr>
                  <a:tr h="390688">
                    <a:tc>
                      <a:txBody>
                        <a:bodyPr/>
                        <a:lstStyle/>
                        <a:p>
                          <a:pPr>
                            <a:lnSpc>
                              <a:spcPct val="100000"/>
                            </a:lnSpc>
                          </a:pPr>
                          <a:r>
                            <a:rPr lang="en-US" sz="1600" b="0" strike="noStrike" spc="-1" dirty="0">
                              <a:solidFill>
                                <a:srgbClr val="000000"/>
                              </a:solidFill>
                              <a:latin typeface="Sagona" panose="02010004040101010103" pitchFamily="2" charset="0"/>
                              <a:ea typeface="Karla" pitchFamily="2" charset="0"/>
                            </a:rPr>
                            <a:t>Assignments</a:t>
                          </a:r>
                          <a:endParaRPr lang="en-US" sz="1600" b="0" strike="noStrike" spc="-1" dirty="0">
                            <a:latin typeface="Sagona" panose="02010004040101010103" pitchFamily="2" charset="0"/>
                            <a:ea typeface="Karla" pitchFamily="2" charset="0"/>
                          </a:endParaRPr>
                        </a:p>
                      </a:txBody>
                      <a:tcPr/>
                    </a:tc>
                    <a:tc>
                      <a:txBody>
                        <a:bodyPr/>
                        <a:lstStyle/>
                        <a:p>
                          <a:pPr algn="ctr">
                            <a:lnSpc>
                              <a:spcPct val="100000"/>
                            </a:lnSpc>
                          </a:pPr>
                          <a:r>
                            <a:rPr lang="en-US" sz="1600" b="0" strike="noStrike" spc="-1" dirty="0">
                              <a:latin typeface="Sagona" panose="02010004040101010103" pitchFamily="2" charset="0"/>
                              <a:ea typeface="Karla" pitchFamily="2" charset="0"/>
                            </a:rPr>
                            <a:t>16</a:t>
                          </a: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a:t>
                          </a:r>
                          <a:endParaRPr lang="en-US" sz="1600" b="0" strike="noStrike" spc="-1" dirty="0">
                            <a:latin typeface="Sagona" panose="02010004040101010103" pitchFamily="2" charset="0"/>
                            <a:ea typeface="Karla" pitchFamily="2" charset="0"/>
                          </a:endParaRPr>
                        </a:p>
                      </a:txBody>
                      <a:tcPr>
                        <a:solidFill>
                          <a:schemeClr val="accent2">
                            <a:lumMod val="40000"/>
                            <a:lumOff val="60000"/>
                          </a:schemeClr>
                        </a:solidFill>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a:t>
                          </a:r>
                          <a:endParaRPr lang="en-US" sz="1600" b="0" strike="noStrike" spc="-1" dirty="0">
                            <a:latin typeface="Sagona" panose="02010004040101010103" pitchFamily="2" charset="0"/>
                            <a:ea typeface="Karla" pitchFamily="2" charset="0"/>
                          </a:endParaRPr>
                        </a:p>
                      </a:txBody>
                      <a:tcPr/>
                    </a:tc>
                    <a:extLst>
                      <a:ext uri="{0D108BD9-81ED-4DB2-BD59-A6C34878D82A}">
                        <a16:rowId xmlns:a16="http://schemas.microsoft.com/office/drawing/2014/main" val="10003"/>
                      </a:ext>
                    </a:extLst>
                  </a:tr>
                  <a:tr h="335280">
                    <a:tc>
                      <a:txBody>
                        <a:bodyPr/>
                        <a:lstStyle/>
                        <a:p>
                          <a:pPr>
                            <a:lnSpc>
                              <a:spcPct val="100000"/>
                            </a:lnSpc>
                          </a:pPr>
                          <a:r>
                            <a:rPr lang="en-IN" sz="1600" b="0" strike="noStrike" spc="-1" dirty="0">
                              <a:solidFill>
                                <a:srgbClr val="000000"/>
                              </a:solidFill>
                              <a:latin typeface="Sagona" panose="02010004040101010103" pitchFamily="2" charset="0"/>
                              <a:ea typeface="Karla" pitchFamily="2" charset="0"/>
                            </a:rPr>
                            <a:t>SUM</a:t>
                          </a:r>
                          <a:endParaRPr lang="en-US" sz="1600" b="0" strike="noStrike" spc="-1" dirty="0">
                            <a:latin typeface="Sagona" panose="02010004040101010103" pitchFamily="2" charset="0"/>
                            <a:ea typeface="Karla" pitchFamily="2" charset="0"/>
                          </a:endParaRP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25</a:t>
                          </a:r>
                          <a:endParaRPr lang="en-US" sz="1600" b="0" strike="noStrike" spc="-1" dirty="0">
                            <a:latin typeface="Sagona" panose="02010004040101010103" pitchFamily="2" charset="0"/>
                            <a:ea typeface="Karla" pitchFamily="2" charset="0"/>
                          </a:endParaRPr>
                        </a:p>
                      </a:txBody>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25</a:t>
                          </a:r>
                          <a:endParaRPr lang="en-US" sz="1600" b="0" strike="noStrike" spc="-1" dirty="0">
                            <a:latin typeface="Sagona" panose="02010004040101010103" pitchFamily="2" charset="0"/>
                            <a:ea typeface="Karla" pitchFamily="2" charset="0"/>
                          </a:endParaRPr>
                        </a:p>
                      </a:txBody>
                      <a:tcPr>
                        <a:solidFill>
                          <a:schemeClr val="accent2">
                            <a:lumMod val="40000"/>
                            <a:lumOff val="60000"/>
                          </a:schemeClr>
                        </a:solidFill>
                      </a:tcPr>
                    </a:tc>
                    <a:tc>
                      <a:txBody>
                        <a:bodyPr/>
                        <a:lstStyle/>
                        <a:p>
                          <a:pPr algn="ctr">
                            <a:lnSpc>
                              <a:spcPct val="100000"/>
                            </a:lnSpc>
                          </a:pPr>
                          <a:r>
                            <a:rPr lang="en-IN" sz="1600" b="0" strike="noStrike" spc="-1" dirty="0">
                              <a:solidFill>
                                <a:srgbClr val="000000"/>
                              </a:solidFill>
                              <a:latin typeface="Sagona" panose="02010004040101010103" pitchFamily="2" charset="0"/>
                              <a:ea typeface="Karla" pitchFamily="2" charset="0"/>
                            </a:rPr>
                            <a:t>50</a:t>
                          </a:r>
                          <a:endParaRPr lang="en-US" sz="1600" b="0" strike="noStrike" spc="-1" dirty="0">
                            <a:latin typeface="Sagona" panose="02010004040101010103" pitchFamily="2" charset="0"/>
                            <a:ea typeface="Karla" pitchFamily="2" charset="0"/>
                          </a:endParaRPr>
                        </a:p>
                      </a:txBody>
                      <a:tcPr/>
                    </a:tc>
                    <a:extLst>
                      <a:ext uri="{0D108BD9-81ED-4DB2-BD59-A6C34878D82A}">
                        <a16:rowId xmlns:a16="http://schemas.microsoft.com/office/drawing/2014/main" val="10004"/>
                      </a:ext>
                    </a:extLst>
                  </a:tr>
                  <a:tr h="335280">
                    <a:tc gridSpan="4">
                      <a:txBody>
                        <a:bodyPr/>
                        <a:lstStyle/>
                        <a:p>
                          <a:pPr algn="l">
                            <a:lnSpc>
                              <a:spcPct val="100000"/>
                            </a:lnSpc>
                            <a:tabLst>
                              <a:tab pos="0" algn="l"/>
                            </a:tabLst>
                          </a:pPr>
                          <a:r>
                            <a:rPr lang="en-US" sz="1600" b="0" strike="noStrike" spc="-1" dirty="0">
                              <a:solidFill>
                                <a:srgbClr val="000000"/>
                              </a:solidFill>
                              <a:latin typeface="Sagona" panose="02010004040101010103" pitchFamily="2" charset="0"/>
                              <a:ea typeface="Karla" pitchFamily="2" charset="0"/>
                            </a:rPr>
                            <a:t>End Semester Exams (3-hr): </a:t>
                          </a:r>
                          <a:r>
                            <a:rPr lang="en-US" sz="1600" b="0" i="1" strike="noStrike" spc="-1" dirty="0">
                              <a:solidFill>
                                <a:srgbClr val="000000"/>
                              </a:solidFill>
                              <a:latin typeface="Sagona" panose="02010004040101010103" pitchFamily="2" charset="0"/>
                              <a:ea typeface="Karla" pitchFamily="2" charset="0"/>
                            </a:rPr>
                            <a:t>26 Nov 2026</a:t>
                          </a:r>
                          <a:endParaRPr lang="en-US" sz="1600" b="0" i="1" strike="noStrike" spc="-1" dirty="0">
                            <a:latin typeface="Sagona" panose="02010004040101010103" pitchFamily="2" charset="0"/>
                            <a:ea typeface="Karla" pitchFamily="2" charset="0"/>
                          </a:endParaRPr>
                        </a:p>
                      </a:txBody>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lnT w="12240" cap="flat" cmpd="sng" algn="ctr">
                          <a:solidFill>
                            <a:srgbClr val="000000"/>
                          </a:solidFill>
                          <a:prstDash val="solid"/>
                          <a:round/>
                          <a:headEnd type="none" w="med" len="med"/>
                          <a:tailEnd type="none" w="med" len="med"/>
                        </a:lnT>
                        <a:solidFill>
                          <a:srgbClr val="729FCF"/>
                        </a:solidFill>
                      </a:tcPr>
                    </a:tc>
                    <a:extLst>
                      <a:ext uri="{0D108BD9-81ED-4DB2-BD59-A6C34878D82A}">
                        <a16:rowId xmlns:a16="http://schemas.microsoft.com/office/drawing/2014/main" val="10005"/>
                      </a:ext>
                    </a:extLst>
                  </a:tr>
                </a:tbl>
              </a:graphicData>
            </a:graphic>
          </p:graphicFrame>
        </mc:Fallback>
      </mc:AlternateContent>
      <p:sp>
        <p:nvSpPr>
          <p:cNvPr id="5" name="TextBox 4">
            <a:extLst>
              <a:ext uri="{FF2B5EF4-FFF2-40B4-BE49-F238E27FC236}">
                <a16:creationId xmlns:a16="http://schemas.microsoft.com/office/drawing/2014/main" id="{B7D43637-5F2C-6D48-237D-59EE9765D93A}"/>
              </a:ext>
            </a:extLst>
          </p:cNvPr>
          <p:cNvSpPr txBox="1"/>
          <p:nvPr/>
        </p:nvSpPr>
        <p:spPr>
          <a:xfrm>
            <a:off x="667788" y="4233534"/>
            <a:ext cx="8468985" cy="1477328"/>
          </a:xfrm>
          <a:prstGeom prst="rect">
            <a:avLst/>
          </a:prstGeom>
          <a:noFill/>
        </p:spPr>
        <p:txBody>
          <a:bodyPr wrap="none" rtlCol="0">
            <a:spAutoFit/>
          </a:bodyPr>
          <a:lstStyle/>
          <a:p>
            <a:pPr marL="285750" indent="-285750">
              <a:buFont typeface="Arial" panose="020B0604020202020204" pitchFamily="34" charset="0"/>
              <a:buChar char="•"/>
            </a:pPr>
            <a:r>
              <a:rPr lang="en-US" dirty="0">
                <a:latin typeface="GeistMono NF" panose="02000009000000000000" pitchFamily="49" charset="0"/>
                <a:ea typeface="GeistMono NF" panose="02000009000000000000" pitchFamily="49" charset="0"/>
                <a:cs typeface="GeistMono NF" panose="02000009000000000000" pitchFamily="49" charset="0"/>
              </a:rPr>
              <a:t>Mid </a:t>
            </a:r>
            <a:r>
              <a:rPr lang="en-US" dirty="0" err="1">
                <a:latin typeface="GeistMono NF" panose="02000009000000000000" pitchFamily="49" charset="0"/>
                <a:ea typeface="GeistMono NF" panose="02000009000000000000" pitchFamily="49" charset="0"/>
                <a:cs typeface="GeistMono NF" panose="02000009000000000000" pitchFamily="49" charset="0"/>
              </a:rPr>
              <a:t>sem</a:t>
            </a:r>
            <a:r>
              <a:rPr lang="en-US" dirty="0">
                <a:latin typeface="GeistMono NF" panose="02000009000000000000" pitchFamily="49" charset="0"/>
                <a:ea typeface="GeistMono NF" panose="02000009000000000000" pitchFamily="49" charset="0"/>
                <a:cs typeface="GeistMono NF" panose="02000009000000000000" pitchFamily="49" charset="0"/>
              </a:rPr>
              <a:t> exam: 6 questions (4*</a:t>
            </a:r>
            <a:r>
              <a:rPr lang="en-US" b="1" dirty="0">
                <a:solidFill>
                  <a:srgbClr val="C00000"/>
                </a:solidFill>
                <a:latin typeface="GeistMono NF" panose="02000009000000000000" pitchFamily="49" charset="0"/>
                <a:ea typeface="GeistMono NF" panose="02000009000000000000" pitchFamily="49" charset="0"/>
                <a:cs typeface="GeistMono NF" panose="02000009000000000000" pitchFamily="49" charset="0"/>
              </a:rPr>
              <a:t>5</a:t>
            </a:r>
            <a:r>
              <a:rPr lang="en-US" dirty="0">
                <a:latin typeface="GeistMono NF" panose="02000009000000000000" pitchFamily="49" charset="0"/>
                <a:ea typeface="GeistMono NF" panose="02000009000000000000" pitchFamily="49" charset="0"/>
                <a:cs typeface="GeistMono NF" panose="02000009000000000000" pitchFamily="49" charset="0"/>
              </a:rPr>
              <a:t>) + (2*</a:t>
            </a:r>
            <a:r>
              <a:rPr lang="en-US" b="1" dirty="0">
                <a:solidFill>
                  <a:srgbClr val="C00000"/>
                </a:solidFill>
                <a:latin typeface="GeistMono NF" panose="02000009000000000000" pitchFamily="49" charset="0"/>
                <a:ea typeface="GeistMono NF" panose="02000009000000000000" pitchFamily="49" charset="0"/>
                <a:cs typeface="GeistMono NF" panose="02000009000000000000" pitchFamily="49" charset="0"/>
              </a:rPr>
              <a:t>2.5</a:t>
            </a:r>
            <a:r>
              <a:rPr lang="en-US" dirty="0">
                <a:latin typeface="GeistMono NF" panose="02000009000000000000" pitchFamily="49" charset="0"/>
                <a:ea typeface="GeistMono NF" panose="02000009000000000000" pitchFamily="49" charset="0"/>
                <a:cs typeface="GeistMono NF" panose="02000009000000000000" pitchFamily="49" charset="0"/>
              </a:rPr>
              <a:t>)             : 25</a:t>
            </a:r>
          </a:p>
          <a:p>
            <a:pPr marL="285750" indent="-285750">
              <a:buFont typeface="Arial" panose="020B0604020202020204" pitchFamily="34" charset="0"/>
              <a:buChar char="•"/>
            </a:pPr>
            <a:r>
              <a:rPr lang="en-US" dirty="0">
                <a:latin typeface="GeistMono NF" panose="02000009000000000000" pitchFamily="49" charset="0"/>
                <a:ea typeface="GeistMono NF" panose="02000009000000000000" pitchFamily="49" charset="0"/>
                <a:cs typeface="GeistMono NF" panose="02000009000000000000" pitchFamily="49" charset="0"/>
              </a:rPr>
              <a:t>IA: 3 quiz </a:t>
            </a:r>
            <a:r>
              <a:rPr lang="en-US" dirty="0">
                <a:solidFill>
                  <a:srgbClr val="C00000"/>
                </a:solidFill>
                <a:latin typeface="GeistMono NF" panose="02000009000000000000" pitchFamily="49" charset="0"/>
                <a:ea typeface="GeistMono NF" panose="02000009000000000000" pitchFamily="49" charset="0"/>
                <a:cs typeface="GeistMono NF" panose="02000009000000000000" pitchFamily="49" charset="0"/>
              </a:rPr>
              <a:t>3 </a:t>
            </a:r>
            <a:r>
              <a:rPr lang="en-US" dirty="0">
                <a:latin typeface="GeistMono NF" panose="02000009000000000000" pitchFamily="49" charset="0"/>
                <a:ea typeface="GeistMono NF" panose="02000009000000000000" pitchFamily="49" charset="0"/>
                <a:cs typeface="GeistMono NF" panose="02000009000000000000" pitchFamily="49" charset="0"/>
              </a:rPr>
              <a:t>marks each and 4 assignment </a:t>
            </a:r>
            <a:r>
              <a:rPr lang="en-US" b="1" dirty="0">
                <a:solidFill>
                  <a:srgbClr val="C00000"/>
                </a:solidFill>
                <a:latin typeface="GeistMono NF" panose="02000009000000000000" pitchFamily="49" charset="0"/>
                <a:ea typeface="GeistMono NF" panose="02000009000000000000" pitchFamily="49" charset="0"/>
                <a:cs typeface="GeistMono NF" panose="02000009000000000000" pitchFamily="49" charset="0"/>
              </a:rPr>
              <a:t>4 </a:t>
            </a:r>
            <a:r>
              <a:rPr lang="en-US" dirty="0">
                <a:latin typeface="GeistMono NF" panose="02000009000000000000" pitchFamily="49" charset="0"/>
                <a:ea typeface="GeistMono NF" panose="02000009000000000000" pitchFamily="49" charset="0"/>
                <a:cs typeface="GeistMono NF" panose="02000009000000000000" pitchFamily="49" charset="0"/>
              </a:rPr>
              <a:t>marks each : 25</a:t>
            </a:r>
          </a:p>
          <a:p>
            <a:pPr marL="285750" indent="-285750">
              <a:buFont typeface="Arial" panose="020B0604020202020204" pitchFamily="34" charset="0"/>
              <a:buChar char="•"/>
            </a:pPr>
            <a:r>
              <a:rPr lang="en-US" dirty="0">
                <a:latin typeface="GeistMono NF" panose="02000009000000000000" pitchFamily="49" charset="0"/>
                <a:ea typeface="GeistMono NF" panose="02000009000000000000" pitchFamily="49" charset="0"/>
                <a:cs typeface="GeistMono NF" panose="02000009000000000000" pitchFamily="49" charset="0"/>
              </a:rPr>
              <a:t>End </a:t>
            </a:r>
            <a:r>
              <a:rPr lang="en-US" dirty="0" err="1">
                <a:latin typeface="GeistMono NF" panose="02000009000000000000" pitchFamily="49" charset="0"/>
                <a:ea typeface="GeistMono NF" panose="02000009000000000000" pitchFamily="49" charset="0"/>
                <a:cs typeface="GeistMono NF" panose="02000009000000000000" pitchFamily="49" charset="0"/>
              </a:rPr>
              <a:t>sem</a:t>
            </a:r>
            <a:r>
              <a:rPr lang="en-US" dirty="0">
                <a:latin typeface="GeistMono NF" panose="02000009000000000000" pitchFamily="49" charset="0"/>
                <a:ea typeface="GeistMono NF" panose="02000009000000000000" pitchFamily="49" charset="0"/>
                <a:cs typeface="GeistMono NF" panose="02000009000000000000" pitchFamily="49" charset="0"/>
              </a:rPr>
              <a:t> exam: 10 questions (10*</a:t>
            </a:r>
            <a:r>
              <a:rPr lang="en-US" b="1" dirty="0">
                <a:solidFill>
                  <a:srgbClr val="C00000"/>
                </a:solidFill>
                <a:latin typeface="GeistMono NF" panose="02000009000000000000" pitchFamily="49" charset="0"/>
                <a:ea typeface="GeistMono NF" panose="02000009000000000000" pitchFamily="49" charset="0"/>
                <a:cs typeface="GeistMono NF" panose="02000009000000000000" pitchFamily="49" charset="0"/>
              </a:rPr>
              <a:t>10</a:t>
            </a:r>
            <a:r>
              <a:rPr lang="en-US" dirty="0">
                <a:latin typeface="GeistMono NF" panose="02000009000000000000" pitchFamily="49" charset="0"/>
                <a:ea typeface="GeistMono NF" panose="02000009000000000000" pitchFamily="49" charset="0"/>
                <a:cs typeface="GeistMono NF" panose="02000009000000000000" pitchFamily="49" charset="0"/>
              </a:rPr>
              <a:t>)                    : 50</a:t>
            </a:r>
          </a:p>
          <a:p>
            <a:pPr marL="285750" indent="-285750">
              <a:buFont typeface="Arial" panose="020B0604020202020204" pitchFamily="34" charset="0"/>
              <a:buChar char="•"/>
            </a:pPr>
            <a:endParaRPr lang="en-IN" dirty="0">
              <a:latin typeface="GeistMono NF" panose="02000009000000000000" pitchFamily="49" charset="0"/>
              <a:ea typeface="GeistMono NF" panose="02000009000000000000" pitchFamily="49" charset="0"/>
              <a:cs typeface="GeistMono NF" panose="02000009000000000000" pitchFamily="49" charset="0"/>
            </a:endParaRPr>
          </a:p>
          <a:p>
            <a:pPr marL="285750" indent="-285750">
              <a:buFont typeface="Arial" panose="020B0604020202020204" pitchFamily="34" charset="0"/>
              <a:buChar char="•"/>
            </a:pPr>
            <a:r>
              <a:rPr lang="en-IN" dirty="0">
                <a:latin typeface="GeistMono NF" panose="02000009000000000000" pitchFamily="49" charset="0"/>
                <a:ea typeface="GeistMono NF" panose="02000009000000000000" pitchFamily="49" charset="0"/>
                <a:cs typeface="GeistMono NF" panose="02000009000000000000" pitchFamily="49" charset="0"/>
              </a:rPr>
              <a:t>if(END ≥ 35 &amp;&amp; TOTAL ≥ 40){ "Pass" } else { "Fail" }</a:t>
            </a:r>
          </a:p>
        </p:txBody>
      </p:sp>
    </p:spTree>
    <p:extLst>
      <p:ext uri="{BB962C8B-B14F-4D97-AF65-F5344CB8AC3E}">
        <p14:creationId xmlns:p14="http://schemas.microsoft.com/office/powerpoint/2010/main" val="150250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8CDF17C-2B93-B589-189D-61E3B399D845}"/>
              </a:ext>
            </a:extLst>
          </p:cNvPr>
          <p:cNvSpPr>
            <a:spLocks noGrp="1"/>
          </p:cNvSpPr>
          <p:nvPr>
            <p:ph type="ftr" sz="quarter" idx="11"/>
          </p:nvPr>
        </p:nvSpPr>
        <p:spPr/>
        <p:txBody>
          <a:bodyPr/>
          <a:lstStyle/>
          <a:p>
            <a:r>
              <a:rPr lang="en-US" dirty="0"/>
              <a:t>Pandit Deendayal Energy University - SOT</a:t>
            </a:r>
          </a:p>
        </p:txBody>
      </p:sp>
      <p:sp>
        <p:nvSpPr>
          <p:cNvPr id="3" name="Slide Number Placeholder 2">
            <a:extLst>
              <a:ext uri="{FF2B5EF4-FFF2-40B4-BE49-F238E27FC236}">
                <a16:creationId xmlns:a16="http://schemas.microsoft.com/office/drawing/2014/main" id="{98C5E64C-757C-2766-190F-FB572EEB53BA}"/>
              </a:ext>
            </a:extLst>
          </p:cNvPr>
          <p:cNvSpPr>
            <a:spLocks noGrp="1"/>
          </p:cNvSpPr>
          <p:nvPr>
            <p:ph type="sldNum" sz="quarter" idx="12"/>
          </p:nvPr>
        </p:nvSpPr>
        <p:spPr/>
        <p:txBody>
          <a:bodyPr/>
          <a:lstStyle/>
          <a:p>
            <a:fld id="{58FB4751-880F-D840-AAA9-3A15815CC996}" type="slidenum">
              <a:rPr lang="en-US" smtClean="0"/>
              <a:pPr/>
              <a:t>11</a:t>
            </a:fld>
            <a:endParaRPr lang="en-US" dirty="0"/>
          </a:p>
        </p:txBody>
      </p:sp>
      <p:sp>
        <p:nvSpPr>
          <p:cNvPr id="4" name="Title 3">
            <a:extLst>
              <a:ext uri="{FF2B5EF4-FFF2-40B4-BE49-F238E27FC236}">
                <a16:creationId xmlns:a16="http://schemas.microsoft.com/office/drawing/2014/main" id="{292B3B71-C5ED-2B15-52F8-FE3AFD60A22B}"/>
              </a:ext>
            </a:extLst>
          </p:cNvPr>
          <p:cNvSpPr>
            <a:spLocks noGrp="1"/>
          </p:cNvSpPr>
          <p:nvPr>
            <p:ph type="title"/>
          </p:nvPr>
        </p:nvSpPr>
        <p:spPr/>
        <p:txBody>
          <a:bodyPr/>
          <a:lstStyle/>
          <a:p>
            <a:r>
              <a:rPr lang="en-US" dirty="0"/>
              <a:t>Reference books</a:t>
            </a:r>
          </a:p>
        </p:txBody>
      </p:sp>
      <p:sp>
        <p:nvSpPr>
          <p:cNvPr id="5" name="Content Placeholder 4">
            <a:extLst>
              <a:ext uri="{FF2B5EF4-FFF2-40B4-BE49-F238E27FC236}">
                <a16:creationId xmlns:a16="http://schemas.microsoft.com/office/drawing/2014/main" id="{812911A5-A8ED-F597-85A9-D3B47B54D5CA}"/>
              </a:ext>
            </a:extLst>
          </p:cNvPr>
          <p:cNvSpPr>
            <a:spLocks noGrp="1"/>
          </p:cNvSpPr>
          <p:nvPr>
            <p:ph sz="quarter" idx="13"/>
          </p:nvPr>
        </p:nvSpPr>
        <p:spPr/>
        <p:txBody>
          <a:bodyPr/>
          <a:lstStyle/>
          <a:p>
            <a:pPr marL="342900" indent="-342900">
              <a:buFont typeface="Arial" panose="020B0604020202020204" pitchFamily="34" charset="0"/>
              <a:buChar char="•"/>
            </a:pPr>
            <a:r>
              <a:rPr lang="en-US" dirty="0"/>
              <a:t>Russell &amp; Norvig – </a:t>
            </a:r>
            <a:r>
              <a:rPr lang="en-US" i="1" dirty="0"/>
              <a:t>Artificial Intelligence: A Modern Approach</a:t>
            </a:r>
            <a:r>
              <a:rPr lang="en-US" dirty="0"/>
              <a:t> (Concepts) </a:t>
            </a:r>
          </a:p>
          <a:p>
            <a:pPr marL="342900" indent="-342900">
              <a:buFont typeface="Arial" panose="020B0604020202020204" pitchFamily="34" charset="0"/>
              <a:buChar char="•"/>
            </a:pPr>
            <a:r>
              <a:rPr lang="en-US" dirty="0"/>
              <a:t>James et al. – </a:t>
            </a:r>
            <a:r>
              <a:rPr lang="en-US" i="1" dirty="0"/>
              <a:t>Introduction to Statistical Learning</a:t>
            </a:r>
            <a:r>
              <a:rPr lang="en-US" dirty="0"/>
              <a:t> (Machine Learning) </a:t>
            </a:r>
          </a:p>
          <a:p>
            <a:pPr marL="342900" indent="-342900">
              <a:buFont typeface="Arial" panose="020B0604020202020204" pitchFamily="34" charset="0"/>
              <a:buChar char="•"/>
            </a:pPr>
            <a:r>
              <a:rPr lang="en-US" dirty="0"/>
              <a:t>Wickham et al. – </a:t>
            </a:r>
            <a:r>
              <a:rPr lang="en-US" i="1" dirty="0"/>
              <a:t>R for Data Science</a:t>
            </a:r>
            <a:r>
              <a:rPr lang="en-US" dirty="0"/>
              <a:t> (Practical R Programming) </a:t>
            </a:r>
            <a:r>
              <a:rPr lang="en-IN" dirty="0">
                <a:hlinkClick r:id="rId2"/>
              </a:rPr>
              <a:t>R for Data Science (2e)</a:t>
            </a:r>
            <a:r>
              <a:rPr lang="en-IN" dirty="0"/>
              <a:t> </a:t>
            </a:r>
            <a:endParaRPr lang="en-US" dirty="0"/>
          </a:p>
        </p:txBody>
      </p:sp>
    </p:spTree>
    <p:extLst>
      <p:ext uri="{BB962C8B-B14F-4D97-AF65-F5344CB8AC3E}">
        <p14:creationId xmlns:p14="http://schemas.microsoft.com/office/powerpoint/2010/main" val="3230585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6DFB237-2B68-F918-18D4-2A44791D5DA5}"/>
              </a:ext>
            </a:extLst>
          </p:cNvPr>
          <p:cNvSpPr>
            <a:spLocks noGrp="1"/>
          </p:cNvSpPr>
          <p:nvPr>
            <p:ph type="ftr" sz="quarter" idx="11"/>
          </p:nvPr>
        </p:nvSpPr>
        <p:spPr>
          <a:xfrm>
            <a:off x="3930" y="6546915"/>
            <a:ext cx="4114800" cy="174560"/>
          </a:xfrm>
        </p:spPr>
        <p:txBody>
          <a:bodyPr/>
          <a:lstStyle/>
          <a:p>
            <a:r>
              <a:rPr lang="en-US" dirty="0"/>
              <a:t>Pandit Deendayal Energy University - SOT</a:t>
            </a:r>
          </a:p>
        </p:txBody>
      </p:sp>
      <p:sp>
        <p:nvSpPr>
          <p:cNvPr id="3" name="Slide Number Placeholder 2">
            <a:extLst>
              <a:ext uri="{FF2B5EF4-FFF2-40B4-BE49-F238E27FC236}">
                <a16:creationId xmlns:a16="http://schemas.microsoft.com/office/drawing/2014/main" id="{E050BCA7-1222-A49A-FE1A-4CF0AD44F2D4}"/>
              </a:ext>
            </a:extLst>
          </p:cNvPr>
          <p:cNvSpPr>
            <a:spLocks noGrp="1"/>
          </p:cNvSpPr>
          <p:nvPr>
            <p:ph type="sldNum" sz="quarter" idx="12"/>
          </p:nvPr>
        </p:nvSpPr>
        <p:spPr/>
        <p:txBody>
          <a:bodyPr/>
          <a:lstStyle/>
          <a:p>
            <a:fld id="{58FB4751-880F-D840-AAA9-3A15815CC996}" type="slidenum">
              <a:rPr lang="en-US" smtClean="0"/>
              <a:pPr/>
              <a:t>12</a:t>
            </a:fld>
            <a:endParaRPr lang="en-US" dirty="0"/>
          </a:p>
        </p:txBody>
      </p:sp>
      <p:sp>
        <p:nvSpPr>
          <p:cNvPr id="4" name="Title 3">
            <a:extLst>
              <a:ext uri="{FF2B5EF4-FFF2-40B4-BE49-F238E27FC236}">
                <a16:creationId xmlns:a16="http://schemas.microsoft.com/office/drawing/2014/main" id="{58C6F2EB-E96D-723A-E445-84DE7BC3B36B}"/>
              </a:ext>
            </a:extLst>
          </p:cNvPr>
          <p:cNvSpPr>
            <a:spLocks noGrp="1"/>
          </p:cNvSpPr>
          <p:nvPr>
            <p:ph type="title"/>
          </p:nvPr>
        </p:nvSpPr>
        <p:spPr>
          <a:xfrm>
            <a:off x="320511" y="311085"/>
            <a:ext cx="5933250" cy="603315"/>
          </a:xfrm>
        </p:spPr>
        <p:txBody>
          <a:bodyPr>
            <a:normAutofit/>
          </a:bodyPr>
          <a:lstStyle/>
          <a:p>
            <a:r>
              <a:rPr lang="en-US" b="0" dirty="0"/>
              <a:t>Academic Calendar and Links</a:t>
            </a:r>
          </a:p>
        </p:txBody>
      </p:sp>
      <p:sp>
        <p:nvSpPr>
          <p:cNvPr id="5" name="Content Placeholder 4">
            <a:extLst>
              <a:ext uri="{FF2B5EF4-FFF2-40B4-BE49-F238E27FC236}">
                <a16:creationId xmlns:a16="http://schemas.microsoft.com/office/drawing/2014/main" id="{2164340B-8EE8-D588-C678-A609A240A647}"/>
              </a:ext>
            </a:extLst>
          </p:cNvPr>
          <p:cNvSpPr>
            <a:spLocks noGrp="1"/>
          </p:cNvSpPr>
          <p:nvPr>
            <p:ph sz="quarter" idx="13"/>
          </p:nvPr>
        </p:nvSpPr>
        <p:spPr>
          <a:xfrm>
            <a:off x="320676" y="1027522"/>
            <a:ext cx="4432299" cy="5203416"/>
          </a:xfrm>
        </p:spPr>
        <p:txBody>
          <a:bodyPr>
            <a:normAutofit/>
          </a:bodyPr>
          <a:lstStyle/>
          <a:p>
            <a:r>
              <a:rPr lang="en-US" sz="1800" dirty="0" err="1"/>
              <a:t>IoAI</a:t>
            </a:r>
            <a:r>
              <a:rPr lang="en-US" sz="1800" dirty="0"/>
              <a:t> Theory Handouts: </a:t>
            </a:r>
            <a:endParaRPr lang="en-US" sz="1800" dirty="0">
              <a:hlinkClick r:id="rId3"/>
            </a:endParaRPr>
          </a:p>
          <a:p>
            <a:endParaRPr lang="en-US" sz="1800" dirty="0"/>
          </a:p>
          <a:p>
            <a:r>
              <a:rPr lang="en-US" sz="1800" dirty="0"/>
              <a:t>See your attendance and Marks: </a:t>
            </a:r>
          </a:p>
          <a:p>
            <a:r>
              <a:rPr lang="en-US" sz="1600" dirty="0"/>
              <a:t>[Sample Link]</a:t>
            </a:r>
          </a:p>
          <a:p>
            <a:endParaRPr lang="en-US" sz="1600" dirty="0"/>
          </a:p>
          <a:p>
            <a:r>
              <a:rPr lang="en-US" sz="1800" dirty="0"/>
              <a:t># Class Representative(s)</a:t>
            </a:r>
          </a:p>
          <a:p>
            <a:r>
              <a:rPr lang="en-US" sz="1400" dirty="0"/>
              <a:t>------------------------------------------------</a:t>
            </a:r>
          </a:p>
          <a:p>
            <a:r>
              <a:rPr lang="en-US" sz="1400" dirty="0"/>
              <a:t>S1:</a:t>
            </a:r>
          </a:p>
          <a:p>
            <a:r>
              <a:rPr lang="en-US" sz="1400" dirty="0"/>
              <a:t>S2: </a:t>
            </a:r>
          </a:p>
        </p:txBody>
      </p:sp>
      <p:pic>
        <p:nvPicPr>
          <p:cNvPr id="8" name="Picture 7">
            <a:extLst>
              <a:ext uri="{FF2B5EF4-FFF2-40B4-BE49-F238E27FC236}">
                <a16:creationId xmlns:a16="http://schemas.microsoft.com/office/drawing/2014/main" id="{22C6DA38-A807-9ADE-E7E9-2CD1008DC670}"/>
              </a:ext>
            </a:extLst>
          </p:cNvPr>
          <p:cNvPicPr>
            <a:picLocks noChangeAspect="1"/>
          </p:cNvPicPr>
          <p:nvPr/>
        </p:nvPicPr>
        <p:blipFill>
          <a:blip r:embed="rId4"/>
          <a:stretch>
            <a:fillRect/>
          </a:stretch>
        </p:blipFill>
        <p:spPr>
          <a:xfrm>
            <a:off x="6096000" y="0"/>
            <a:ext cx="5428268" cy="6858000"/>
          </a:xfrm>
          <a:prstGeom prst="rect">
            <a:avLst/>
          </a:prstGeom>
        </p:spPr>
      </p:pic>
    </p:spTree>
    <p:extLst>
      <p:ext uri="{BB962C8B-B14F-4D97-AF65-F5344CB8AC3E}">
        <p14:creationId xmlns:p14="http://schemas.microsoft.com/office/powerpoint/2010/main" val="1584601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Theme</Template>
  <TotalTime>492</TotalTime>
  <Words>1227</Words>
  <Application>Microsoft Office PowerPoint</Application>
  <PresentationFormat>Widescreen</PresentationFormat>
  <Paragraphs>163</Paragraphs>
  <Slides>12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Roboto</vt:lpstr>
      <vt:lpstr>Cambria Math</vt:lpstr>
      <vt:lpstr>Arial</vt:lpstr>
      <vt:lpstr>Sagona</vt:lpstr>
      <vt:lpstr>Aptos</vt:lpstr>
      <vt:lpstr>Courier New</vt:lpstr>
      <vt:lpstr>Sagona Book</vt:lpstr>
      <vt:lpstr>GeistMono NF</vt:lpstr>
      <vt:lpstr>Office Theme</vt:lpstr>
      <vt:lpstr>PowerPoint Presentation</vt:lpstr>
      <vt:lpstr>Hi, I am Ankit Deshmukh!</vt:lpstr>
      <vt:lpstr>Technological Revolutions That Changed Society</vt:lpstr>
      <vt:lpstr>Venn Diagram showing relationship between AI, ML, DL, NLP, Computer vision</vt:lpstr>
      <vt:lpstr>Application of AI in Civil Engineering </vt:lpstr>
      <vt:lpstr>Outcome based education </vt:lpstr>
      <vt:lpstr>Course Objectives and Structure </vt:lpstr>
      <vt:lpstr>Course Syllabus</vt:lpstr>
      <vt:lpstr>Course Syllabus</vt:lpstr>
      <vt:lpstr>Evaluation for this semester </vt:lpstr>
      <vt:lpstr>Reference books</vt:lpstr>
      <vt:lpstr>Academic Calendar and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Ankit Deshmukh</dc:creator>
  <cp:lastModifiedBy>Ankit Deshmukh</cp:lastModifiedBy>
  <cp:revision>1</cp:revision>
  <dcterms:created xsi:type="dcterms:W3CDTF">2023-01-01T16:13:18Z</dcterms:created>
  <dcterms:modified xsi:type="dcterms:W3CDTF">2026-07-23T05:06:47Z</dcterms:modified>
</cp:coreProperties>
</file>